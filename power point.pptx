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g"/>
  <Default Extension="png" ContentType="image/png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>
  <p:sldMasterIdLst>
    <p:sldMasterId id="2147483661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6857895" cy="9143861"/>
  <p:kinsoku lang="zh-CN" invalStChars="!%),.:;?]}¨·ˇˉ་―‖’”…‰∶、。〃々〉》」』】〕〗！＂＇％），．：；？］｀｜｝～￠" invalEndChars="([{·‘“〈《「『【〔〖（．［｛￡￥"/>
  <p:defaultTextStyle>
    <a:defPPr>
      <a:defRPr lang="zh-CN"/>
    </a:defPPr>
    <a:lvl1pPr marL="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1pPr>
    <a:lvl2pPr marL="4572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2pPr>
    <a:lvl3pPr marL="9144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3pPr>
    <a:lvl4pPr marL="13716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4pPr>
    <a:lvl5pPr marL="18288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5pPr>
    <a:lvl6pPr marL="22860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6pPr>
    <a:lvl7pPr marL="27432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7pPr>
    <a:lvl8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8pPr>
    <a:lvl9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>
  <p:showPr showNarration="1"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</p:extLst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>
  <p:normalViewPr>
    <p:restoredLeft sz="16666" autoAdjust="0"/>
    <p:restoredTop sz="100000" autoAdjust="0"/>
  </p:normalViewPr>
  <p:slideViewPr>
    <p:cSldViewPr snapToGrid="0" snapToObjects="1">
      <p:cViewPr>
        <p:scale>
          <a:sx n="68" d="100"/>
          <a:sy n="68" d="100"/>
        </p:scale>
        <p:origin x="0" y="0"/>
      </p:cViewPr>
      <p:guideLst/>
    </p:cSldViewPr>
  </p:slideViewPr>
  <p:outlineViewPr>
    <p:cViewPr>
      <p:scale>
        <a:sx n="33" d="100"/>
        <a:sy n="33" d="100"/>
      </p:scale>
      <p:origin x="0" y="0"/>
    </p:cViewPr>
    <p:sldLst/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57" d="100"/>
          <a:sy n="57" d="100"/>
        </p:scale>
        <p:origin x="0" y="0"/>
      </p:cViewPr>
      <p:guideLst/>
    </p:cSldViewPr>
  </p:notesViewPr>
  <p:gridSpacing cx="72009" cy="72009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subTitle" idx="1"/>
          </p:nvPr>
        </p:nvSpPr>
        <p:spPr>
          <a:xfrm>
            <a:off x="1828800" y="3886199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4405338"/>
      </p:ext>
    </p:extLst>
  </p:cSld>
  <p:clrMapOvr>
    <a:masterClrMapping/>
  </p:clrMapOvr>
</p:sldLayout>
</file>

<file path=ppt/slideLayouts/slideLayout2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5760885"/>
      </p:ext>
    </p:extLst>
  </p:cSld>
  <p:clrMapOvr>
    <a:masterClrMapping xmlns:a="http://schemas.openxmlformats.org/drawingml/2006/main"/>
  </p:clrMapOvr>
</p:sldLayout>
</file>

<file path=ppt/slideLayouts/slideLayout3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defRPr sz="4000" b="1" cap="all"/>
            </a:lvl1pPr>
          </a:lstStyle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159416"/>
      </p:ext>
    </p:extLst>
  </p:cSld>
  <p:clrMapOvr>
    <a:masterClrMapping xmlns:a="http://schemas.openxmlformats.org/drawingml/2006/main"/>
  </p:clrMapOvr>
</p:sldLayout>
</file>

<file path=ppt/slideLayouts/slideLayout4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sz="half"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sz="half"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7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5130289"/>
      </p:ext>
    </p:extLst>
  </p:cSld>
  <p:clrMapOvr>
    <a:masterClrMapping xmlns:a="http://schemas.openxmlformats.org/drawingml/2006/main"/>
  </p:clrMapOvr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defRPr/>
            </a:lvl1pPr>
          </a:lstStyle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sz="half"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body" sz="quarter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sz="quarter"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8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9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8884958"/>
      </p:ext>
    </p:extLst>
  </p:cSld>
  <p:clrMapOvr>
    <a:masterClrMapping xmlns:a="http://schemas.openxmlformats.org/drawingml/2006/main"/>
  </p:clrMapOvr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1755556"/>
      </p:ext>
    </p:extLst>
  </p:cSld>
  <p:clrMapOvr>
    <a:masterClrMapping xmlns:a="http://schemas.openxmlformats.org/drawingml/2006/main"/>
  </p:clrMapOvr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2710079"/>
      </p:ext>
    </p:extLst>
  </p:cSld>
  <p:clrMapOvr>
    <a:masterClrMapping xmlns:a="http://schemas.openxmlformats.org/drawingml/2006/main"/>
  </p:clrMapOvr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defRPr sz="2000" b="1"/>
            </a:lvl1pPr>
          </a:lstStyle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body" sz="half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7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428473"/>
      </p:ext>
    </p:extLst>
  </p:cSld>
  <p:clrMapOvr>
    <a:masterClrMapping xmlns:a="http://schemas.openxmlformats.org/drawingml/2006/main"/>
  </p:clrMapOvr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defRPr sz="2000" b="1"/>
            </a:lvl1pPr>
          </a:lstStyle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body" sz="half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7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0614478"/>
      </p:ext>
    </p:extLst>
  </p:cSld>
  <p:clrMapOvr>
    <a:masterClrMapping xmlns:a="http://schemas.openxmlformats.org/drawingml/2006/main"/>
  </p:clrMapOvr>
</p:sldLayout>
</file>

<file path=ppt/slideLayouts/slideLayout10.xml><?xml version="1.0" encoding="utf-8"?>
<p:sldLayout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body" orient="vert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8171013"/>
      </p:ext>
    </p:extLst>
  </p:cSld>
  <p:clrMapOvr>
    <a:masterClrMapping xmlns:a="http://schemas.openxmlformats.org/drawingml/2006/main"/>
  </p:clrMapOvr>
</p:sldLayout>
</file>

<file path=ppt/slideLayouts/slideLayout11.xml><?xml version="1.0" encoding="utf-8"?>
<p:sldLayout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 orient="vert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body" orient="vert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6007474"/>
      </p:ext>
    </p:extLst>
  </p:cSld>
  <p:clrMapOvr>
    <a:masterClrMapping xmlns:a="http://schemas.openxmlformats.org/drawingml/2006/main"/>
  </p:clrMapOvr>
</p:sldLayout>
</file>

<file path=ppt/slideLayouts/slideLayout12.xml><?xml version="1.0" encoding="utf-8"?>
<p:sldLayout xmlns:p="http://schemas.openxmlformats.org/presentationml/2006/main" showMasterSp="0" preserve="1">
  <p:cSld name="自定义版式"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18" name="矩形"/>
          <p:cNvSpPr>
            <a:spLocks xmlns:a="http://schemas.openxmlformats.org/drawingml/2006/main"/>
          </p:cNvSpPr>
          <p:nvPr/>
        </p:nvSpPr>
        <p:spPr>
          <a:xfrm xmlns:a="http://schemas.openxmlformats.org/drawingml/2006/main" rot="0">
            <a:off x="446534" y="457200"/>
            <a:ext cx="3703319" cy="94997"/>
          </a:xfrm>
          <a:prstGeom xmlns:a="http://schemas.openxmlformats.org/drawingml/2006/main" prst="rect"/>
          <a:solidFill xmlns:a="http://schemas.openxmlformats.org/drawingml/2006/main">
            <a:schemeClr val="accent1"/>
          </a:solidFill>
          <a:ln xmlns:a="http://schemas.openxmlformats.org/drawingml/2006/main" w="12700" cmpd="sng" cap="flat">
            <a:noFill/>
            <a:prstDash val="solid"/>
            <a:round/>
          </a:ln>
        </p:spPr>
      </p:sp>
      <p:sp>
        <p:nvSpPr>
          <p:cNvPr id="17" name="矩形"/>
          <p:cNvSpPr>
            <a:spLocks xmlns:a="http://schemas.openxmlformats.org/drawingml/2006/main"/>
          </p:cNvSpPr>
          <p:nvPr/>
        </p:nvSpPr>
        <p:spPr>
          <a:xfrm xmlns:a="http://schemas.openxmlformats.org/drawingml/2006/main" rot="0">
            <a:off x="8042147" y="453643"/>
            <a:ext cx="3703319" cy="98554"/>
          </a:xfrm>
          <a:prstGeom xmlns:a="http://schemas.openxmlformats.org/drawingml/2006/main" prst="rect"/>
          <a:solidFill xmlns:a="http://schemas.openxmlformats.org/drawingml/2006/main">
            <a:schemeClr val="accent4"/>
          </a:solidFill>
          <a:ln xmlns:a="http://schemas.openxmlformats.org/drawingml/2006/main" w="12700" cmpd="sng" cap="flat">
            <a:noFill/>
            <a:prstDash val="solid"/>
            <a:round/>
          </a:ln>
        </p:spPr>
      </p:sp>
      <p:sp>
        <p:nvSpPr>
          <p:cNvPr id="16" name="矩形"/>
          <p:cNvSpPr>
            <a:spLocks xmlns:a="http://schemas.openxmlformats.org/drawingml/2006/main"/>
          </p:cNvSpPr>
          <p:nvPr/>
        </p:nvSpPr>
        <p:spPr>
          <a:xfrm xmlns:a="http://schemas.openxmlformats.org/drawingml/2006/main" rot="0">
            <a:off x="4241830" y="457200"/>
            <a:ext cx="3703319" cy="91440"/>
          </a:xfrm>
          <a:prstGeom xmlns:a="http://schemas.openxmlformats.org/drawingml/2006/main" prst="rect"/>
          <a:solidFill xmlns:a="http://schemas.openxmlformats.org/drawingml/2006/main">
            <a:schemeClr val="accent2"/>
          </a:solidFill>
          <a:ln xmlns:a="http://schemas.openxmlformats.org/drawingml/2006/main" w="12700" cmpd="sng" cap="flat">
            <a:noFill/>
            <a:prstDash val="solid"/>
            <a:round/>
          </a:ln>
        </p:spPr>
      </p:sp>
      <p:sp>
        <p:nvSpPr>
          <p:cNvPr id="10" name="矩形"/>
          <p:cNvSpPr>
            <a:spLocks xmlns:a="http://schemas.openxmlformats.org/drawingml/2006/main" noChangeAspect="1"/>
          </p:cNvSpPr>
          <p:nvPr/>
        </p:nvSpPr>
        <p:spPr>
          <a:xfrm xmlns:a="http://schemas.openxmlformats.org/drawingml/2006/main" rot="0">
            <a:off x="440286" y="614407"/>
            <a:ext cx="11309337" cy="1189298"/>
          </a:xfrm>
          <a:prstGeom xmlns:a="http://schemas.openxmlformats.org/drawingml/2006/main" prst="rect"/>
          <a:solidFill xmlns:a="http://schemas.openxmlformats.org/drawingml/2006/main">
            <a:schemeClr val="accent1"/>
          </a:solidFill>
          <a:ln xmlns:a="http://schemas.openxmlformats.org/drawingml/2006/main" w="12700" cmpd="sng" cap="flat">
            <a:noFill/>
            <a:prstDash val="solid"/>
            <a:round/>
          </a:ln>
        </p:spPr>
      </p:sp>
      <p:sp>
        <p:nvSpPr>
          <p:cNvPr id="11" name="文本框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 rot="0">
            <a:off x="581192" y="702155"/>
            <a:ext cx="11029616" cy="1013799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12700" cmpd="sng" cap="flat">
            <a:noFill/>
            <a:prstDash val="solid"/>
            <a:miter/>
          </a:ln>
        </p:spPr>
        <p:txBody>
          <a:bodyPr xmlns:a="http://schemas.openxmlformats.org/drawingml/2006/main" vert="horz" wrap="square" lIns="91440" tIns="45720" rIns="91440" bIns="45720" anchor="b" anchorCtr="0">
            <a:prstTxWarp prst="textNoShape"/>
          </a:bodyPr>
          <a:lstStyle xmlns:a="http://schemas.openxmlformats.org/drawingml/2006/main"/>
          <a:p xmlns:a="http://schemas.openxmlformats.org/drawingml/2006/main"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12" name="文本框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0">
            <a:off x="581192" y="2180496"/>
            <a:ext cx="11029615" cy="3678303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12700" cmpd="sng" cap="flat">
            <a:noFill/>
            <a:prstDash val="solid"/>
            <a:miter/>
          </a:ln>
        </p:spPr>
        <p:txBody>
          <a:bodyPr xmlns:a="http://schemas.openxmlformats.org/drawingml/2006/main" vert="horz" wrap="square" lIns="91440" tIns="45720" rIns="91440" bIns="45720" anchor="ctr" anchorCtr="0">
            <a:prstTxWarp prst="textNoShape"/>
          </a:bodyPr>
          <a:lstStyle xmlns:a="http://schemas.openxmlformats.org/drawingml/2006/main"/>
          <a:p xmlns:a="http://schemas.openxmlformats.org/drawingml/2006/main">
            <a:r>
              <a:rPr lang="en-US" altLang="zh-CN"/>
              <a:t>Click to edit Master text styles</a:t>
            </a:r>
            <a:endParaRPr lang="en-US" altLang="zh-CN"/>
          </a:p>
          <a:p xmlns:a="http://schemas.openxmlformats.org/drawingml/2006/main">
            <a:pPr lvl="1"/>
            <a:r>
              <a:rPr lang="en-US" altLang="zh-CN"/>
              <a:t>Second level</a:t>
            </a:r>
            <a:endParaRPr lang="en-US" altLang="zh-CN"/>
          </a:p>
          <a:p xmlns:a="http://schemas.openxmlformats.org/drawingml/2006/main">
            <a:pPr lvl="2"/>
            <a:r>
              <a:rPr lang="en-US" altLang="zh-CN"/>
              <a:t>Third level</a:t>
            </a:r>
            <a:endParaRPr lang="en-US" altLang="zh-CN"/>
          </a:p>
          <a:p xmlns:a="http://schemas.openxmlformats.org/drawingml/2006/main">
            <a:pPr lvl="3"/>
            <a:r>
              <a:rPr lang="en-US" altLang="zh-CN"/>
              <a:t>Fourth level</a:t>
            </a:r>
            <a:endParaRPr lang="en-US" altLang="zh-CN"/>
          </a:p>
          <a:p xmlns:a="http://schemas.openxmlformats.org/drawingml/2006/main"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13" name="文本框"/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 rot="0">
            <a:off x="7605950" y="5956137"/>
            <a:ext cx="2844798" cy="365125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cmpd="sng" cap="flat">
            <a:noFill/>
            <a:prstDash val="solid"/>
            <a:miter/>
          </a:ln>
        </p:spPr>
        <p:txBody>
          <a:bodyPr xmlns:a="http://schemas.openxmlformats.org/drawingml/2006/main" vert="horz" wrap="square" lIns="91440" tIns="45720" rIns="91440" bIns="45720" anchor="ctr" anchorCtr="0">
            <a:prstTxWarp prst="textNoShape"/>
          </a:bodyPr>
          <a:lstStyle xmlns:a="http://schemas.openxmlformats.org/drawingml/2006/main"/>
          <a:p xmlns:a="http://schemas.openxmlformats.org/drawingml/2006/main">
            <a:pPr algn="r"/>
            <a:endParaRPr lang="zh-CN" altLang="en-US" sz="900">
              <a:solidFill>
                <a:schemeClr val="accent2"/>
              </a:solidFill>
              <a:latin typeface="Gill Sans MT" pitchFamily="0" charset="0"/>
              <a:ea typeface="华文中宋" pitchFamily="0" charset="0"/>
              <a:cs typeface="Gill Sans MT" pitchFamily="0" charset="0"/>
            </a:endParaRPr>
          </a:p>
        </p:txBody>
      </p:sp>
      <p:sp>
        <p:nvSpPr>
          <p:cNvPr id="14" name="文本框"/>
          <p:cNvSpPr>
            <a:spLocks xmlns:a="http://schemas.openxmlformats.org/drawingml/2006/main" noGrp="1"/>
          </p:cNvSpPr>
          <p:nvPr>
            <p:ph type="ftr"/>
          </p:nvPr>
        </p:nvSpPr>
        <p:spPr>
          <a:xfrm xmlns:a="http://schemas.openxmlformats.org/drawingml/2006/main" rot="0">
            <a:off x="581192" y="5951811"/>
            <a:ext cx="6917210" cy="365125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cmpd="sng" cap="flat">
            <a:noFill/>
            <a:prstDash val="solid"/>
            <a:miter/>
          </a:ln>
        </p:spPr>
        <p:txBody>
          <a:bodyPr xmlns:a="http://schemas.openxmlformats.org/drawingml/2006/main" vert="horz" wrap="square" lIns="91440" tIns="45720" rIns="91440" bIns="45720" anchor="ctr" anchorCtr="0">
            <a:prstTxWarp prst="textNoShape"/>
          </a:bodyPr>
          <a:lstStyle xmlns:a="http://schemas.openxmlformats.org/drawingml/2006/main"/>
          <a:p xmlns:a="http://schemas.openxmlformats.org/drawingml/2006/main">
            <a:pPr algn="l"/>
            <a:endParaRPr lang="zh-CN" altLang="en-US" sz="900" cap="all">
              <a:solidFill>
                <a:schemeClr val="accent2"/>
              </a:solidFill>
              <a:latin typeface="Gill Sans MT" pitchFamily="0" charset="0"/>
              <a:ea typeface="华文中宋" pitchFamily="0" charset="0"/>
              <a:cs typeface="Gill Sans MT" pitchFamily="0" charset="0"/>
            </a:endParaRPr>
          </a:p>
        </p:txBody>
      </p:sp>
      <p:sp>
        <p:nvSpPr>
          <p:cNvPr id="15" name="文本框"/>
          <p:cNvSpPr>
            <a:spLocks xmlns:a="http://schemas.openxmlformats.org/drawingml/2006/main" noGrp="1"/>
          </p:cNvSpPr>
          <p:nvPr>
            <p:ph type="sldNum"/>
          </p:nvPr>
        </p:nvSpPr>
        <p:spPr>
          <a:xfrm xmlns:a="http://schemas.openxmlformats.org/drawingml/2006/main" rot="0">
            <a:off x="10558300" y="5956137"/>
            <a:ext cx="1052508" cy="365125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cmpd="sng" cap="flat">
            <a:noFill/>
            <a:prstDash val="solid"/>
            <a:miter/>
          </a:ln>
        </p:spPr>
        <p:txBody>
          <a:bodyPr xmlns:a="http://schemas.openxmlformats.org/drawingml/2006/main" vert="horz" wrap="square" lIns="91440" tIns="45720" rIns="91440" bIns="45720" anchor="ctr" anchorCtr="0">
            <a:prstTxWarp prst="textNoShape"/>
          </a:bodyPr>
          <a:lstStyle xmlns:a="http://schemas.openxmlformats.org/drawingml/2006/main"/>
          <a:p xmlns:a="http://schemas.openxmlformats.org/drawingml/2006/main">
            <a:pPr algn="r"/>
            <a:fld id="{CAD2D6BD-DE1B-4B5F-8B41-2702339687B9}" type="slidenum">
              <a:rPr lang="en-US" altLang="zh-CN" sz="900" b="0" i="0" u="none" strike="noStrike" kern="1200" cap="none" spc="0" baseline="0">
                <a:solidFill>
                  <a:schemeClr val="accent2"/>
                </a:solidFill>
                <a:latin typeface="Gill Sans MT" pitchFamily="0" charset="0"/>
                <a:ea typeface="华文中宋" pitchFamily="0" charset="0"/>
                <a:cs typeface="Gill Sans MT" pitchFamily="0" charset="0"/>
              </a:rPr>
              <a:t>&lt;#&gt;</a:t>
            </a:fld>
            <a:endParaRPr lang="zh-CN" altLang="en-US" sz="900">
              <a:solidFill>
                <a:schemeClr val="accent2"/>
              </a:solidFill>
              <a:latin typeface="Gill Sans MT" pitchFamily="0" charset="0"/>
              <a:ea typeface="华文中宋" pitchFamily="0" charset="0"/>
              <a:cs typeface="Gill Sans MT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8993390"/>
      </p:ext>
    </p:extLst>
  </p:cSld>
  <p:clrMapOvr>
    <a:masterClrMapping xmlns:a="http://schemas.openxmlformats.org/drawingml/2006/main"/>
  </p:clrMapOvr>
</p:sldLayout>
</file>

<file path=ppt/slideLayouts/slideLayout13.xml><?xml version="1.0" encoding="utf-8"?>
<p:sldLayout xmlns:p="http://schemas.openxmlformats.org/presentationml/2006/main" showMasterSp="0" preserve="1">
  <p:cSld name="自定义版式"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42" name="矩形"/>
          <p:cNvSpPr>
            <a:spLocks xmlns:a="http://schemas.openxmlformats.org/drawingml/2006/main"/>
          </p:cNvSpPr>
          <p:nvPr/>
        </p:nvSpPr>
        <p:spPr>
          <a:xfrm xmlns:a="http://schemas.openxmlformats.org/drawingml/2006/main" rot="0">
            <a:off x="446534" y="457200"/>
            <a:ext cx="3703319" cy="94997"/>
          </a:xfrm>
          <a:prstGeom xmlns:a="http://schemas.openxmlformats.org/drawingml/2006/main" prst="rect"/>
          <a:solidFill xmlns:a="http://schemas.openxmlformats.org/drawingml/2006/main">
            <a:schemeClr val="accent1"/>
          </a:solidFill>
          <a:ln xmlns:a="http://schemas.openxmlformats.org/drawingml/2006/main" w="12700" cmpd="sng" cap="flat">
            <a:noFill/>
            <a:prstDash val="solid"/>
            <a:round/>
          </a:ln>
        </p:spPr>
      </p:sp>
      <p:sp>
        <p:nvSpPr>
          <p:cNvPr id="41" name="矩形"/>
          <p:cNvSpPr>
            <a:spLocks xmlns:a="http://schemas.openxmlformats.org/drawingml/2006/main"/>
          </p:cNvSpPr>
          <p:nvPr/>
        </p:nvSpPr>
        <p:spPr>
          <a:xfrm xmlns:a="http://schemas.openxmlformats.org/drawingml/2006/main" rot="0">
            <a:off x="8042147" y="453643"/>
            <a:ext cx="3703319" cy="98554"/>
          </a:xfrm>
          <a:prstGeom xmlns:a="http://schemas.openxmlformats.org/drawingml/2006/main" prst="rect"/>
          <a:solidFill xmlns:a="http://schemas.openxmlformats.org/drawingml/2006/main">
            <a:schemeClr val="accent4"/>
          </a:solidFill>
          <a:ln xmlns:a="http://schemas.openxmlformats.org/drawingml/2006/main" w="12700" cmpd="sng" cap="flat">
            <a:noFill/>
            <a:prstDash val="solid"/>
            <a:round/>
          </a:ln>
        </p:spPr>
      </p:sp>
      <p:sp>
        <p:nvSpPr>
          <p:cNvPr id="40" name="矩形"/>
          <p:cNvSpPr>
            <a:spLocks xmlns:a="http://schemas.openxmlformats.org/drawingml/2006/main"/>
          </p:cNvSpPr>
          <p:nvPr/>
        </p:nvSpPr>
        <p:spPr>
          <a:xfrm xmlns:a="http://schemas.openxmlformats.org/drawingml/2006/main" rot="0">
            <a:off x="4241830" y="457200"/>
            <a:ext cx="3703319" cy="91440"/>
          </a:xfrm>
          <a:prstGeom xmlns:a="http://schemas.openxmlformats.org/drawingml/2006/main" prst="rect"/>
          <a:solidFill xmlns:a="http://schemas.openxmlformats.org/drawingml/2006/main">
            <a:schemeClr val="accent2"/>
          </a:solidFill>
          <a:ln xmlns:a="http://schemas.openxmlformats.org/drawingml/2006/main" w="12700" cmpd="sng" cap="flat">
            <a:noFill/>
            <a:prstDash val="solid"/>
            <a:round/>
          </a:ln>
        </p:spPr>
      </p:sp>
      <p:sp>
        <p:nvSpPr>
          <p:cNvPr id="31" name="矩形"/>
          <p:cNvSpPr>
            <a:spLocks xmlns:a="http://schemas.openxmlformats.org/drawingml/2006/main" noChangeAspect="1"/>
          </p:cNvSpPr>
          <p:nvPr/>
        </p:nvSpPr>
        <p:spPr>
          <a:xfrm xmlns:a="http://schemas.openxmlformats.org/drawingml/2006/main" rot="0">
            <a:off x="445982" y="606554"/>
            <a:ext cx="11300036" cy="1258827"/>
          </a:xfrm>
          <a:prstGeom xmlns:a="http://schemas.openxmlformats.org/drawingml/2006/main" prst="rect"/>
          <a:solidFill xmlns:a="http://schemas.openxmlformats.org/drawingml/2006/main">
            <a:schemeClr val="accent1"/>
          </a:solidFill>
          <a:ln xmlns:a="http://schemas.openxmlformats.org/drawingml/2006/main" w="12700" cmpd="sng" cap="flat">
            <a:noFill/>
            <a:prstDash val="solid"/>
            <a:round/>
          </a:ln>
        </p:spPr>
      </p:sp>
      <p:sp>
        <p:nvSpPr>
          <p:cNvPr id="32" name="文本框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 rot="0">
            <a:off x="581193" y="729658"/>
            <a:ext cx="11029616" cy="988332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12700" cmpd="sng" cap="flat">
            <a:noFill/>
            <a:prstDash val="solid"/>
            <a:miter/>
          </a:ln>
        </p:spPr>
        <p:txBody>
          <a:bodyPr xmlns:a="http://schemas.openxmlformats.org/drawingml/2006/main" vert="horz" wrap="square" lIns="91440" tIns="45720" rIns="91440" bIns="45720" anchor="b" anchorCtr="0">
            <a:prstTxWarp prst="textNoShape"/>
          </a:bodyPr>
          <a:lstStyle xmlns:a="http://schemas.openxmlformats.org/drawingml/2006/main"/>
          <a:p xmlns:a="http://schemas.openxmlformats.org/drawingml/2006/main"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3" name="文本框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0">
            <a:off x="887218" y="2250892"/>
            <a:ext cx="5087074" cy="536005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12700" cmpd="sng" cap="flat">
            <a:noFill/>
            <a:prstDash val="solid"/>
            <a:miter/>
          </a:ln>
        </p:spPr>
        <p:txBody>
          <a:bodyPr xmlns:a="http://schemas.openxmlformats.org/drawingml/2006/main" vert="horz" wrap="square" lIns="91440" tIns="45720" rIns="91440" bIns="45720" anchor="b" anchorCtr="0">
            <a:prstTxWarp prst="textNoShape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lang="en-US" altLang="zh-CN" sz="2200" b="0">
                <a:solidFill>
                  <a:schemeClr val="accent2"/>
                </a:solidFill>
              </a:rPr>
              <a:t>Click to edit Master text styles</a:t>
            </a:r>
            <a:endParaRPr lang="zh-CN" altLang="en-US" sz="2200" b="0">
              <a:solidFill>
                <a:schemeClr val="accent2"/>
              </a:solidFill>
            </a:endParaRPr>
          </a:p>
        </p:txBody>
      </p:sp>
      <p:sp>
        <p:nvSpPr>
          <p:cNvPr id="34" name="文本框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 rot="0">
            <a:off x="581194" y="2926051"/>
            <a:ext cx="5393099" cy="2934998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12700" cmpd="sng" cap="flat">
            <a:noFill/>
            <a:prstDash val="solid"/>
            <a:miter/>
          </a:ln>
        </p:spPr>
        <p:txBody>
          <a:bodyPr xmlns:a="http://schemas.openxmlformats.org/drawingml/2006/main" vert="horz" wrap="square" lIns="91440" tIns="45720" rIns="91440" bIns="45720" anchor="t" anchorCtr="0">
            <a:prstTxWarp prst="textNoShape"/>
          </a:bodyPr>
          <a:lstStyle xmlns:a="http://schemas.openxmlformats.org/drawingml/2006/main"/>
          <a:p xmlns:a="http://schemas.openxmlformats.org/drawingml/2006/main">
            <a:r>
              <a:rPr lang="en-US" altLang="zh-CN"/>
              <a:t>Click to edit Master text styles</a:t>
            </a:r>
            <a:endParaRPr lang="en-US" altLang="zh-CN"/>
          </a:p>
          <a:p xmlns:a="http://schemas.openxmlformats.org/drawingml/2006/main">
            <a:pPr lvl="1"/>
            <a:r>
              <a:rPr lang="en-US" altLang="zh-CN"/>
              <a:t>Second level</a:t>
            </a:r>
            <a:endParaRPr lang="en-US" altLang="zh-CN"/>
          </a:p>
          <a:p xmlns:a="http://schemas.openxmlformats.org/drawingml/2006/main">
            <a:pPr lvl="2"/>
            <a:r>
              <a:rPr lang="en-US" altLang="zh-CN"/>
              <a:t>Third level</a:t>
            </a:r>
            <a:endParaRPr lang="en-US" altLang="zh-CN"/>
          </a:p>
          <a:p xmlns:a="http://schemas.openxmlformats.org/drawingml/2006/main">
            <a:pPr lvl="3"/>
            <a:r>
              <a:rPr lang="en-US" altLang="zh-CN"/>
              <a:t>Fourth level</a:t>
            </a:r>
            <a:endParaRPr lang="en-US" altLang="zh-CN"/>
          </a:p>
          <a:p xmlns:a="http://schemas.openxmlformats.org/drawingml/2006/main"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35" name="文本框"/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 rot="0">
            <a:off x="6523735" y="2250892"/>
            <a:ext cx="5087072" cy="553372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12700" cmpd="sng" cap="flat">
            <a:noFill/>
            <a:prstDash val="solid"/>
            <a:miter/>
          </a:ln>
        </p:spPr>
        <p:txBody>
          <a:bodyPr xmlns:a="http://schemas.openxmlformats.org/drawingml/2006/main" vert="horz" wrap="square" lIns="91440" tIns="45720" rIns="91440" bIns="45720" anchor="b" anchorCtr="0">
            <a:prstTxWarp prst="textNoShape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lang="en-US" altLang="zh-CN" sz="2200" b="0">
                <a:solidFill>
                  <a:schemeClr val="accent2"/>
                </a:solidFill>
              </a:rPr>
              <a:t>Click to edit Master text styles</a:t>
            </a:r>
            <a:endParaRPr lang="zh-CN" altLang="en-US" sz="2200" b="0">
              <a:solidFill>
                <a:schemeClr val="accent2"/>
              </a:solidFill>
            </a:endParaRPr>
          </a:p>
        </p:txBody>
      </p:sp>
      <p:sp>
        <p:nvSpPr>
          <p:cNvPr id="36" name="文本框"/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 rot="0">
            <a:off x="6217709" y="2926051"/>
            <a:ext cx="5393099" cy="2934998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12700" cmpd="sng" cap="flat">
            <a:noFill/>
            <a:prstDash val="solid"/>
            <a:miter/>
          </a:ln>
        </p:spPr>
        <p:txBody>
          <a:bodyPr xmlns:a="http://schemas.openxmlformats.org/drawingml/2006/main" vert="horz" wrap="square" lIns="91440" tIns="45720" rIns="91440" bIns="45720" anchor="t" anchorCtr="0">
            <a:prstTxWarp prst="textNoShape"/>
          </a:bodyPr>
          <a:lstStyle xmlns:a="http://schemas.openxmlformats.org/drawingml/2006/main"/>
          <a:p xmlns:a="http://schemas.openxmlformats.org/drawingml/2006/main">
            <a:r>
              <a:rPr lang="en-US" altLang="zh-CN"/>
              <a:t>Click to edit Master text styles</a:t>
            </a:r>
            <a:endParaRPr lang="en-US" altLang="zh-CN"/>
          </a:p>
          <a:p xmlns:a="http://schemas.openxmlformats.org/drawingml/2006/main">
            <a:pPr lvl="1"/>
            <a:r>
              <a:rPr lang="en-US" altLang="zh-CN"/>
              <a:t>Second level</a:t>
            </a:r>
            <a:endParaRPr lang="en-US" altLang="zh-CN"/>
          </a:p>
          <a:p xmlns:a="http://schemas.openxmlformats.org/drawingml/2006/main">
            <a:pPr lvl="2"/>
            <a:r>
              <a:rPr lang="en-US" altLang="zh-CN"/>
              <a:t>Third level</a:t>
            </a:r>
            <a:endParaRPr lang="en-US" altLang="zh-CN"/>
          </a:p>
          <a:p xmlns:a="http://schemas.openxmlformats.org/drawingml/2006/main">
            <a:pPr lvl="3"/>
            <a:r>
              <a:rPr lang="en-US" altLang="zh-CN"/>
              <a:t>Fourth level</a:t>
            </a:r>
            <a:endParaRPr lang="en-US" altLang="zh-CN"/>
          </a:p>
          <a:p xmlns:a="http://schemas.openxmlformats.org/drawingml/2006/main"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37" name="文本框"/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 rot="0">
            <a:off x="7605950" y="5956137"/>
            <a:ext cx="2844798" cy="365125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cmpd="sng" cap="flat">
            <a:noFill/>
            <a:prstDash val="solid"/>
            <a:miter/>
          </a:ln>
        </p:spPr>
        <p:txBody>
          <a:bodyPr xmlns:a="http://schemas.openxmlformats.org/drawingml/2006/main" vert="horz" wrap="square" lIns="91440" tIns="45720" rIns="91440" bIns="45720" anchor="ctr" anchorCtr="0">
            <a:prstTxWarp prst="textNoShape"/>
          </a:bodyPr>
          <a:lstStyle xmlns:a="http://schemas.openxmlformats.org/drawingml/2006/main"/>
          <a:p xmlns:a="http://schemas.openxmlformats.org/drawingml/2006/main">
            <a:pPr algn="r"/>
            <a:endParaRPr lang="zh-CN" altLang="en-US" sz="900">
              <a:solidFill>
                <a:schemeClr val="accent2"/>
              </a:solidFill>
              <a:latin typeface="Gill Sans MT" pitchFamily="0" charset="0"/>
              <a:ea typeface="华文中宋" pitchFamily="0" charset="0"/>
              <a:cs typeface="Gill Sans MT" pitchFamily="0" charset="0"/>
            </a:endParaRPr>
          </a:p>
        </p:txBody>
      </p:sp>
      <p:sp>
        <p:nvSpPr>
          <p:cNvPr id="38" name="文本框"/>
          <p:cNvSpPr>
            <a:spLocks xmlns:a="http://schemas.openxmlformats.org/drawingml/2006/main" noGrp="1"/>
          </p:cNvSpPr>
          <p:nvPr>
            <p:ph type="ftr"/>
          </p:nvPr>
        </p:nvSpPr>
        <p:spPr>
          <a:xfrm xmlns:a="http://schemas.openxmlformats.org/drawingml/2006/main" rot="0">
            <a:off x="581192" y="5951811"/>
            <a:ext cx="6917210" cy="365125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cmpd="sng" cap="flat">
            <a:noFill/>
            <a:prstDash val="solid"/>
            <a:miter/>
          </a:ln>
        </p:spPr>
        <p:txBody>
          <a:bodyPr xmlns:a="http://schemas.openxmlformats.org/drawingml/2006/main" vert="horz" wrap="square" lIns="91440" tIns="45720" rIns="91440" bIns="45720" anchor="ctr" anchorCtr="0">
            <a:prstTxWarp prst="textNoShape"/>
          </a:bodyPr>
          <a:lstStyle xmlns:a="http://schemas.openxmlformats.org/drawingml/2006/main"/>
          <a:p xmlns:a="http://schemas.openxmlformats.org/drawingml/2006/main">
            <a:pPr algn="l"/>
            <a:endParaRPr lang="zh-CN" altLang="en-US" sz="900" cap="all">
              <a:solidFill>
                <a:schemeClr val="accent2"/>
              </a:solidFill>
              <a:latin typeface="Gill Sans MT" pitchFamily="0" charset="0"/>
              <a:ea typeface="华文中宋" pitchFamily="0" charset="0"/>
              <a:cs typeface="Gill Sans MT" pitchFamily="0" charset="0"/>
            </a:endParaRPr>
          </a:p>
        </p:txBody>
      </p:sp>
      <p:sp>
        <p:nvSpPr>
          <p:cNvPr id="39" name="文本框"/>
          <p:cNvSpPr>
            <a:spLocks xmlns:a="http://schemas.openxmlformats.org/drawingml/2006/main" noGrp="1"/>
          </p:cNvSpPr>
          <p:nvPr>
            <p:ph type="sldNum"/>
          </p:nvPr>
        </p:nvSpPr>
        <p:spPr>
          <a:xfrm xmlns:a="http://schemas.openxmlformats.org/drawingml/2006/main" rot="0">
            <a:off x="10558300" y="5956137"/>
            <a:ext cx="1052510" cy="365125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cmpd="sng" cap="flat">
            <a:noFill/>
            <a:prstDash val="solid"/>
            <a:miter/>
          </a:ln>
        </p:spPr>
        <p:txBody>
          <a:bodyPr xmlns:a="http://schemas.openxmlformats.org/drawingml/2006/main" vert="horz" wrap="square" lIns="91440" tIns="45720" rIns="91440" bIns="45720" anchor="ctr" anchorCtr="0">
            <a:prstTxWarp prst="textNoShape"/>
          </a:bodyPr>
          <a:lstStyle xmlns:a="http://schemas.openxmlformats.org/drawingml/2006/main"/>
          <a:p xmlns:a="http://schemas.openxmlformats.org/drawingml/2006/main">
            <a:pPr algn="r"/>
            <a:fld id="{CAD2D6BD-DE1B-4B5F-8B41-2702339687B9}" type="slidenum">
              <a:rPr lang="en-US" altLang="zh-CN" sz="900" b="0" i="0" u="none" strike="noStrike" kern="1200" cap="none" spc="0" baseline="0">
                <a:solidFill>
                  <a:schemeClr val="accent2"/>
                </a:solidFill>
                <a:latin typeface="Gill Sans MT" pitchFamily="0" charset="0"/>
                <a:ea typeface="华文中宋" pitchFamily="0" charset="0"/>
                <a:cs typeface="Gill Sans MT" pitchFamily="0" charset="0"/>
              </a:rPr>
              <a:t>&lt;#&gt;</a:t>
            </a:fld>
            <a:endParaRPr lang="zh-CN" altLang="en-US" sz="900">
              <a:solidFill>
                <a:schemeClr val="accent2"/>
              </a:solidFill>
              <a:latin typeface="Gill Sans MT" pitchFamily="0" charset="0"/>
              <a:ea typeface="华文中宋" pitchFamily="0" charset="0"/>
              <a:cs typeface="Gill Sans MT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5877373"/>
      </p:ext>
    </p:extLst>
  </p:cSld>
  <p:clrMapOvr>
    <a:masterClrMapping xmlns:a="http://schemas.openxmlformats.org/drawingml/2006/main"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 rot="0">
            <a:off x="581192" y="705124"/>
            <a:ext cx="11029616" cy="118955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 rot="0">
            <a:off x="581192" y="2336003"/>
            <a:ext cx="11029616" cy="352279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dt" idx="2"/>
          </p:nvPr>
        </p:nvSpPr>
        <p:spPr>
          <a:xfrm rot="0">
            <a:off x="7605950" y="5956137"/>
            <a:ext cx="2844798" cy="36512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algn="r"/>
            <a:fld id="{CAD2D6BD-DE1B-4B5F-8B41-2702339687B9}" type="datetime1">
              <a:rPr lang="en-US" altLang="zh-CN" sz="900">
                <a:solidFill>
                  <a:schemeClr val="accent2"/>
                </a:solidFill>
                <a:latin typeface="Gill Sans MT" pitchFamily="0" charset="0"/>
                <a:ea typeface="华文中宋" pitchFamily="0" charset="0"/>
                <a:cs typeface="Gill Sans MT" pitchFamily="0" charset="0"/>
              </a:rPr>
              <a:t>9/9/2025</a:t>
            </a:fld>
            <a:endParaRPr lang="zh-CN" altLang="en-US" sz="900">
              <a:solidFill>
                <a:schemeClr val="accent2"/>
              </a:solidFill>
              <a:latin typeface="Gill Sans MT" pitchFamily="0" charset="0"/>
              <a:ea typeface="华文中宋" pitchFamily="0" charset="0"/>
              <a:cs typeface="Gill Sans MT" pitchFamily="0" charset="0"/>
            </a:endParaRPr>
          </a:p>
        </p:txBody>
      </p:sp>
      <p:sp>
        <p:nvSpPr>
          <p:cNvPr id="5" name="文本框"/>
          <p:cNvSpPr>
            <a:spLocks noGrp="1"/>
          </p:cNvSpPr>
          <p:nvPr>
            <p:ph type="ftr" idx="3"/>
          </p:nvPr>
        </p:nvSpPr>
        <p:spPr>
          <a:xfrm rot="0">
            <a:off x="581192" y="5951811"/>
            <a:ext cx="6917210" cy="36512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algn="l"/>
            <a:endParaRPr lang="zh-CN" altLang="en-US" sz="900" cap="all">
              <a:solidFill>
                <a:schemeClr val="accent2"/>
              </a:solidFill>
              <a:latin typeface="Gill Sans MT" pitchFamily="0" charset="0"/>
              <a:ea typeface="华文中宋" pitchFamily="0" charset="0"/>
              <a:cs typeface="Gill Sans MT" pitchFamily="0" charset="0"/>
            </a:endParaRPr>
          </a:p>
        </p:txBody>
      </p:sp>
      <p:sp>
        <p:nvSpPr>
          <p:cNvPr id="6" name="文本框"/>
          <p:cNvSpPr>
            <a:spLocks noGrp="1"/>
          </p:cNvSpPr>
          <p:nvPr>
            <p:ph type="sldNum" idx="4"/>
          </p:nvPr>
        </p:nvSpPr>
        <p:spPr>
          <a:xfrm rot="0">
            <a:off x="10558300" y="5956137"/>
            <a:ext cx="1052510" cy="36512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900" b="0" i="0" u="none" strike="noStrike" kern="1200" cap="none" spc="0" baseline="0">
                <a:solidFill>
                  <a:schemeClr val="accent2"/>
                </a:solidFill>
                <a:latin typeface="Gill Sans MT" pitchFamily="0" charset="0"/>
                <a:ea typeface="华文中宋" pitchFamily="0" charset="0"/>
                <a:cs typeface="Gill Sans MT" pitchFamily="0" charset="0"/>
              </a:rPr>
              <a:t>&lt;#&gt;</a:t>
            </a:fld>
            <a:endParaRPr lang="zh-CN" altLang="en-US" sz="900">
              <a:solidFill>
                <a:schemeClr val="accent2"/>
              </a:solidFill>
              <a:latin typeface="Gill Sans MT" pitchFamily="0" charset="0"/>
              <a:ea typeface="华文中宋" pitchFamily="0" charset="0"/>
              <a:cs typeface="Gill Sans MT" pitchFamily="0" charset="0"/>
            </a:endParaRPr>
          </a:p>
        </p:txBody>
      </p:sp>
      <p:sp>
        <p:nvSpPr>
          <p:cNvPr id="7" name="矩形"/>
          <p:cNvSpPr>
            <a:spLocks/>
          </p:cNvSpPr>
          <p:nvPr/>
        </p:nvSpPr>
        <p:spPr>
          <a:xfrm rot="0">
            <a:off x="446534" y="457200"/>
            <a:ext cx="3703319" cy="94997"/>
          </a:xfrm>
          <a:prstGeom prst="rect"/>
          <a:solidFill>
            <a:schemeClr val="accent1"/>
          </a:solidFill>
          <a:ln w="12700" cmpd="sng" cap="flat">
            <a:noFill/>
            <a:prstDash val="solid"/>
            <a:round/>
          </a:ln>
        </p:spPr>
      </p:sp>
      <p:sp>
        <p:nvSpPr>
          <p:cNvPr id="8" name="矩形"/>
          <p:cNvSpPr>
            <a:spLocks/>
          </p:cNvSpPr>
          <p:nvPr/>
        </p:nvSpPr>
        <p:spPr>
          <a:xfrm rot="0">
            <a:off x="8042147" y="453643"/>
            <a:ext cx="3703319" cy="98554"/>
          </a:xfrm>
          <a:prstGeom prst="rect"/>
          <a:solidFill>
            <a:schemeClr val="accent4"/>
          </a:solidFill>
          <a:ln w="12700" cmpd="sng" cap="flat">
            <a:noFill/>
            <a:prstDash val="solid"/>
            <a:round/>
          </a:ln>
        </p:spPr>
      </p:sp>
      <p:sp>
        <p:nvSpPr>
          <p:cNvPr id="9" name="矩形"/>
          <p:cNvSpPr>
            <a:spLocks/>
          </p:cNvSpPr>
          <p:nvPr/>
        </p:nvSpPr>
        <p:spPr>
          <a:xfrm rot="0">
            <a:off x="4241830" y="457200"/>
            <a:ext cx="3703319" cy="91440"/>
          </a:xfrm>
          <a:prstGeom prst="rect"/>
          <a:solidFill>
            <a:schemeClr val="accent2"/>
          </a:solidFill>
          <a:ln w="12700" cmpd="sng" cap="flat">
            <a:noFill/>
            <a:prstDash val="solid"/>
            <a:round/>
          </a:ln>
        </p:spPr>
      </p:sp>
    </p:spTree>
    <p:extLst>
      <p:ext uri="{BB962C8B-B14F-4D97-AF65-F5344CB8AC3E}">
        <p14:creationId xmlns:p14="http://schemas.microsoft.com/office/powerpoint/2010/main" val="3895560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transition spd="slow">
    <p:strips dir="ru"/>
  </p:transition>
  <p:hf sldNum="0" hdr="0" ftr="0" dt="0"/>
  <p:txStyles>
    <p:titleStyle>
      <a:lvl1pPr algn="l" defTabSz="914400" eaLnBrk="1" fontAlgn="auto" latinLnBrk="0" hangingPunct="1">
        <a:spcBef>
          <a:spcPts val="0"/>
        </a:spcBef>
        <a:buNone/>
        <a:defRPr sz="2800" b="0" kern="1200" cap="all">
          <a:solidFill>
            <a:schemeClr val="bg1"/>
          </a:solidFill>
          <a:latin typeface="Gill Sans MT" pitchFamily="0" charset="0"/>
          <a:ea typeface="华文中宋" pitchFamily="0" charset="0"/>
          <a:cs typeface="Gill Sans MT" pitchFamily="0" charset="0"/>
        </a:defRPr>
      </a:lvl1pPr>
    </p:titleStyle>
    <p:bodyStyle>
      <a:lvl1pPr marL="305943" indent="-305943" algn="l" defTabSz="914400" eaLnBrk="1" fontAlgn="auto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itchFamily="18" charset="2"/>
        <a:buChar char=""/>
        <a:defRPr sz="1800" kern="1200">
          <a:solidFill>
            <a:schemeClr val="tx2"/>
          </a:solidFill>
          <a:latin typeface="Gill Sans MT" pitchFamily="0" charset="0"/>
          <a:ea typeface="华文中宋" pitchFamily="0" charset="0"/>
          <a:cs typeface="Gill Sans MT" pitchFamily="0" charset="0"/>
        </a:defRPr>
      </a:lvl1pPr>
      <a:lvl2pPr marL="629920" indent="-305943" algn="l" defTabSz="914400" eaLnBrk="1" fontAlgn="auto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itchFamily="18" charset="2"/>
        <a:buChar char=""/>
        <a:defRPr sz="1600" kern="1200">
          <a:solidFill>
            <a:schemeClr val="tx2"/>
          </a:solidFill>
          <a:latin typeface="Gill Sans MT" pitchFamily="0" charset="0"/>
          <a:ea typeface="华文中宋" pitchFamily="0" charset="0"/>
          <a:cs typeface="Gill Sans MT" pitchFamily="0" charset="0"/>
        </a:defRPr>
      </a:lvl2pPr>
      <a:lvl3pPr marL="899795" indent="-269875" algn="l" defTabSz="914400" eaLnBrk="1" fontAlgn="auto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itchFamily="18" charset="2"/>
        <a:buChar char=""/>
        <a:defRPr sz="1400" kern="1200">
          <a:solidFill>
            <a:schemeClr val="tx2"/>
          </a:solidFill>
          <a:latin typeface="Gill Sans MT" pitchFamily="0" charset="0"/>
          <a:ea typeface="华文中宋" pitchFamily="0" charset="0"/>
          <a:cs typeface="Gill Sans MT" pitchFamily="0" charset="0"/>
        </a:defRPr>
      </a:lvl3pPr>
      <a:lvl4pPr marL="1241933" indent="-233934" algn="l" defTabSz="914400" eaLnBrk="1" fontAlgn="auto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itchFamily="18" charset="2"/>
        <a:buChar char=""/>
        <a:defRPr sz="1200" kern="1200">
          <a:solidFill>
            <a:schemeClr val="tx2"/>
          </a:solidFill>
          <a:latin typeface="Gill Sans MT" pitchFamily="0" charset="0"/>
          <a:ea typeface="华文中宋" pitchFamily="0" charset="0"/>
          <a:cs typeface="Gill Sans MT" pitchFamily="0" charset="0"/>
        </a:defRPr>
      </a:lvl4pPr>
      <a:lvl5pPr marL="1601851" indent="-233934" algn="l" defTabSz="914400" eaLnBrk="1" fontAlgn="auto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itchFamily="18" charset="2"/>
        <a:buChar char=""/>
        <a:defRPr sz="1200" kern="1200">
          <a:solidFill>
            <a:schemeClr val="tx2"/>
          </a:solidFill>
          <a:latin typeface="Gill Sans MT" pitchFamily="0" charset="0"/>
          <a:ea typeface="华文中宋" pitchFamily="0" charset="0"/>
          <a:cs typeface="Gill Sans MT" pitchFamily="0" charset="0"/>
        </a:defRPr>
      </a:lvl5pPr>
      <a:lvl6pPr marL="1899920" indent="-228600" algn="l" defTabSz="914400" eaLnBrk="1" fontAlgn="auto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itchFamily="18" charset="2"/>
        <a:buChar char=""/>
        <a:defRPr sz="1200" kern="1200">
          <a:solidFill>
            <a:schemeClr val="tx2"/>
          </a:solidFill>
          <a:latin typeface="Gill Sans MT" pitchFamily="0" charset="0"/>
          <a:ea typeface="华文中宋" pitchFamily="0" charset="0"/>
          <a:cs typeface="Gill Sans MT" pitchFamily="0" charset="0"/>
        </a:defRPr>
      </a:lvl6pPr>
      <a:lvl7pPr marL="2199894" indent="-228600" algn="l" defTabSz="914400" eaLnBrk="1" fontAlgn="auto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itchFamily="18" charset="2"/>
        <a:buChar char=""/>
        <a:defRPr sz="1200" kern="1200">
          <a:solidFill>
            <a:schemeClr val="tx2"/>
          </a:solidFill>
          <a:latin typeface="Gill Sans MT" pitchFamily="0" charset="0"/>
          <a:ea typeface="华文中宋" pitchFamily="0" charset="0"/>
          <a:cs typeface="Gill Sans MT" pitchFamily="0" charset="0"/>
        </a:defRPr>
      </a:lvl7pPr>
      <a:lvl8pPr marL="2499995" indent="-228600" algn="l" defTabSz="914400" eaLnBrk="1" fontAlgn="auto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itchFamily="18" charset="2"/>
        <a:buChar char=""/>
        <a:defRPr sz="1200" kern="1200">
          <a:solidFill>
            <a:schemeClr val="tx2"/>
          </a:solidFill>
          <a:latin typeface="Gill Sans MT" pitchFamily="0" charset="0"/>
          <a:ea typeface="华文中宋" pitchFamily="0" charset="0"/>
          <a:cs typeface="Gill Sans MT" pitchFamily="0" charset="0"/>
        </a:defRPr>
      </a:lvl8pPr>
      <a:lvl9pPr marL="2499995" indent="-228600" algn="l" defTabSz="914400" eaLnBrk="1" fontAlgn="auto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itchFamily="18" charset="2"/>
        <a:buChar char=""/>
        <a:defRPr sz="1200" kern="1200">
          <a:solidFill>
            <a:schemeClr val="tx2"/>
          </a:solidFill>
          <a:latin typeface="Gill Sans MT" pitchFamily="0" charset="0"/>
          <a:ea typeface="华文中宋" pitchFamily="0" charset="0"/>
          <a:cs typeface="Gill Sans MT" pitchFamily="0" charset="0"/>
        </a:defRPr>
      </a:lvl9pPr>
    </p:body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1.jpg"/><Relationship Id="rId2" Type="http://schemas.openxmlformats.org/officeDocument/2006/relationships/image" Target="../media/2.png"/><Relationship Id="rId3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 standalone="yes"?>
<p:sld xmlns:p="http://schemas.openxmlformats.org/presentationml/2006/main" xmlns:r="http://schemas.openxmlformats.org/officeDocument/2006/relationships" xmlns:a="http://schemas.openxmlformats.org/drawingml/2006/main"><p:cSld><p:bg><p:bgPr><a:solidFill><a:schemeClr val="bg1"/></a:solidFill></p:bgPr></p:bg><p:spTree><p:nvGrpSpPr><p:cNvPr id="1" name=""/><p:cNvGrpSpPr/><p:nvPr/></p:nvGrpSpPr><p:grpSpPr><a:xfrm><a:off x="0" y="0"/><a:ext cx="0" cy="0"/><a:chOff x="0" y="0"/><a:chExt cx="0" cy="0"/></a:xfrm></p:grpSpPr><p:sp><p:nvSpPr><p:cNvPr id="19" name="文本框"/><p:cNvSpPr><a:spLocks noGrp="1"/></p:cNvSpPr><p:nvPr><p:ph type="title"/></p:nvPr></p:nvSpPr><p:spPr><a:xfrm rot="0"><a:off x="581192" y="702155"/><a:ext cx="11029616" cy="1013799"/></a:xfrm><a:prstGeom prst="rect"/><a:noFill/><a:ln w="12700" cmpd="sng" cap="flat"><a:noFill/><a:prstDash val="solid"/><a:miter/></a:ln></p:spPr><p:txBody><a:bodyPr vert="horz" wrap="square" lIns="91440" tIns="45720" rIns="91440" bIns="45720" anchor="b" anchorCtr="0"><a:prstTxWarp prst="textNoShape"/></a:bodyPr><a:lstStyle/><a:p><a:pPr marL="0" indent="0" algn="l"><a:lnSpc><a:spcPct val="100000"/></a:lnSpc><a:spcBef><a:spcPts val="0"/></a:spcBef><a:spcAft><a:spcPts val="0"/></a:spcAft><a:buNone/></a:pPr><a:r><a:rPr lang="en-US" altLang="zh-CN" sz="4400" b="0" i="0" u="none" strike="noStrike" kern="1200" cap="all" spc="0" baseline="0"><a:solidFill><a:schemeClr val="bg1"/></a:solidFill><a:latin typeface="Gill Sans MT" pitchFamily="0" charset="0"/><a:ea typeface="华文中宋" pitchFamily="0" charset="0"/><a:cs typeface="Lucida Sans"/></a:rPr><a:t>                DIGITAL   PORTFOLIO </a:t></a:r><a:endParaRPr lang="zh-CN" altLang="en-US" sz="4400" b="0" i="0" u="none" strike="noStrike" kern="1200" cap="all" spc="0" baseline="0"><a:solidFill><a:schemeClr val="bg1"/></a:solidFill><a:latin typeface="Gill Sans MT" pitchFamily="0" charset="0"/><a:ea typeface="华文中宋" pitchFamily="0" charset="0"/><a:cs typeface="Lucida Sans"/></a:endParaRPr></a:p></p:txBody></p:sp><p:sp><p:nvSpPr><p:cNvPr id="20" name="文本框"/><p:cNvSpPr><a:spLocks noGrp="1"/></p:cNvSpPr><p:nvPr><p:ph type="body" idx="1"/></p:nvPr></p:nvSpPr><p:spPr><a:xfrm rot="0"><a:off x="933804" y="2414492"/><a:ext cx="11029615" cy="4643718"/></a:xfrm><a:prstGeom prst="rect"/><a:noFill/><a:ln w="12700" cmpd="sng" cap="flat"><a:noFill/><a:prstDash val="solid"/><a:miter/></a:ln></p:spPr><p:txBody><a:bodyPr vert="horz" wrap="square" lIns="91440" tIns="45720" rIns="91440" bIns="45720" anchor="ctr" anchorCtr="0"><a:prstTxWarp prst="textNoShape"/></a:bodyPr><a:lstStyle/><a:p><a:pPr lvl="5" marL="1899920" indent="-228600" algn="l"><a:lnSpc><a:spcPct val="100000"/></a:lnSpc><a:spcBef><a:spcPct val="20000"/></a:spcBef><a:spcAft><a:spcPts val="600"/></a:spcAft><a:buClr><a:schemeClr val="accent2"/></a:buClr><a:buSzPct val="92000"/><a:buFont typeface="Wingdings 2" pitchFamily="18" charset="2"/><a:buChar char=""/></a:pPr><a:r><a:rPr lang="zh-CN" altLang="en-US" sz="2000" b="1" i="0" u="none" strike="noStrike" kern="1200" cap="none" spc="0" baseline="0"><a:solidFill><a:schemeClr val="tx2"/></a:solidFill><a:latin typeface="Gill Sans MT" pitchFamily="0" charset="0"/><a:ea typeface="华文中宋" pitchFamily="0" charset="0"/><a:cs typeface="Lucida Sans"/></a:rPr><a:t>&#55349;&#56806;&#55349;&#56807;&#55349;&#56808;&#55349;&#56791;&#55349;&#56792;&#55349;&#56801;&#55349;&#56807; :   SALMAN A&#56789;</a:t></a:r><a:endParaRPr lang="en-US" altLang="zh-CN" sz="2000" b="1" i="0" u="none" strike="noStrike" kern="1200" cap="none" spc="0" baseline="0"><a:solidFill><a:schemeClr val="tx2"/></a:solidFill><a:latin typeface="Gill Sans MT" pitchFamily="0" charset="0"/><a:ea typeface="华文中宋" pitchFamily="0" charset="0"/><a:cs typeface="Lucida Sans"/></a:endParaRPr></a:p><a:p><a:pPr lvl="5" marL="1899920" indent="-228600" algn="l"><a:lnSpc><a:spcPct val="100000"/></a:lnSpc><a:spcBef><a:spcPct val="20000"/></a:spcBef><a:spcAft><a:spcPts val="600"/></a:spcAft><a:buClr><a:schemeClr val="accent2"/></a:buClr><a:buSzPct val="92000"/><a:buFont typeface="Wingdings 2" pitchFamily="18" charset="2"/><a:buChar char=""/></a:pPr><a:r><a:rPr lang="zh-CN" altLang="en-US" sz="2000" b="1" i="0" u="none" strike="noStrike" kern="1200" cap="none" spc="0" baseline="0"><a:solidFill><a:schemeClr val="tx2"/></a:solidFill><a:latin typeface="Gill Sans MT" pitchFamily="0" charset="0"/><a:ea typeface="华文中宋" pitchFamily="0" charset="0"/><a:cs typeface="Lucida Sans"/></a:rPr><a:t>𝗥𝗘𝗚𝗜𝗦𝗧𝗘𝗥 𝗡𝗢 𝗔𝗡𝗗 𝗡𝗠𝗜𝗗 :  autunm1703212405427</a:t></a:r><a:endParaRPr lang="en-US" altLang="zh-CN" sz="2000" b="1" i="0" u="none" strike="noStrike" kern="1200" cap="none" spc="0" baseline="0"><a:solidFill><a:schemeClr val="tx2"/></a:solidFill><a:latin typeface="Gill Sans MT" pitchFamily="0" charset="0"/><a:ea typeface="华文中宋" pitchFamily="0" charset="0"/><a:cs typeface="Lucida Sans"/></a:endParaRPr></a:p><a:p><a:pPr lvl="5" marL="1899920" indent="-228600" algn="l"><a:lnSpc><a:spcPct val="100000"/></a:lnSpc><a:spcBef><a:spcPct val="20000"/></a:spcBef><a:spcAft><a:spcPts val="600"/></a:spcAft><a:buClr><a:schemeClr val="accent2"/></a:buClr><a:buSzPct val="92000"/><a:buFont typeface="Wingdings 2" pitchFamily="18" charset="2"/><a:buChar char=""/></a:pPr><a:r><a:rPr lang="zh-CN" altLang="en-US" sz="2000" b="1" i="0" u="none" strike="noStrike" kern="1200" cap="none" spc="0" baseline="0"><a:solidFill><a:schemeClr val="tx2"/></a:solidFill><a:latin typeface="Gill Sans MT" pitchFamily="0" charset="0"/><a:ea typeface="华文中宋" pitchFamily="0" charset="0"/><a:cs typeface="Lucida Sans"/></a:rPr><a:t>𝗗𝗘𝗣𝗔𝗥𝗧𝗠𝗘𝗡𝗧 : 𝗕𝗖𝗔</a:t></a:r><a:endParaRPr lang="en-US" altLang="zh-CN" sz="2000" b="1" i="0" u="none" strike="noStrike" kern="1200" cap="none" spc="0" baseline="0"><a:solidFill><a:schemeClr val="tx2"/></a:solidFill><a:latin typeface="Gill Sans MT" pitchFamily="0" charset="0"/><a:ea typeface="华文中宋" pitchFamily="0" charset="0"/><a:cs typeface="Lucida Sans"/></a:endParaRPr></a:p><a:p><a:pPr lvl="5" marL="1899920" indent="-228600" algn="l"><a:lnSpc><a:spcPct val="100000"/></a:lnSpc><a:spcBef><a:spcPct val="20000"/></a:spcBef><a:spcAft><a:spcPts val="600"/></a:spcAft><a:buClr><a:schemeClr val="accent2"/></a:buClr><a:buSzPct val="92000"/><a:buFont typeface="Wingdings 2" pitchFamily="18" charset="2"/><a:buChar char=""/></a:pPr><a:r><a:rPr lang="zh-CN" altLang="en-US" sz="2000" b="1" i="0" u="none" strike="noStrike" kern="1200" cap="none" spc="0" baseline="0"><a:solidFill><a:schemeClr val="tx2"/></a:solidFill><a:latin typeface="Gill Sans MT" pitchFamily="0" charset="0"/><a:ea typeface="华文中宋" pitchFamily="0" charset="0"/><a:cs typeface="Lucida Sans"/></a:rPr><a:t>𝗖𝗢𝗟𝗟𝗘𝗚𝗘 :  𝗔𝗞𝗦𝗛𝗘𝗬𝗔𝗔 𝗖𝗢𝗟𝗟𝗘𝗚𝗘 𝗢𝗙 𝗔𝗥𝗧𝗦 𝗔𝗡𝗗 𝗦𝗖𝗜𝗘𝗡𝗖𝗘,</a:t></a:r><a:endParaRPr lang="en-US" altLang="zh-CN" sz="2000" b="1" i="0" u="none" strike="noStrike" kern="1200" cap="none" spc="0" baseline="0"><a:solidFill><a:schemeClr val="tx2"/></a:solidFill><a:latin typeface="Gill Sans MT" pitchFamily="0" charset="0"/><a:ea typeface="华文中宋" pitchFamily="0" charset="0"/><a:cs typeface="Lucida Sans"/></a:endParaRPr></a:p><a:p><a:pPr lvl="5" marL="1671320" indent="0" algn="l"><a:lnSpc><a:spcPct val="100000"/></a:lnSpc><a:spcBef><a:spcPct val="20000"/></a:spcBef><a:spcAft><a:spcPts val="600"/></a:spcAft><a:buNone/></a:pPr><a:r><a:rPr lang="zh-CN" altLang="en-US" sz="2000" b="1" i="0" u="none" strike="noStrike" kern="1200" cap="none" spc="0" baseline="0"><a:solidFill><a:schemeClr val="tx2"/></a:solidFill><a:latin typeface="Gill Sans MT" pitchFamily="0" charset="0"/><a:ea typeface="华文中宋" pitchFamily="0" charset="0"/><a:cs typeface="Lucida Sans"/></a:rPr><a:t>                       𝗨𝗡𝗜𝗩𝗘𝗥𝗦𝗜𝗧𝗬 𝗢𝗙 𝗠𝗔𝗗𝗥𝗔𝗦.</a:t></a:r><a:endParaRPr lang="zh-CN" altLang="en-US" sz="2000" b="1" i="0" u="none" strike="noStrike" kern="1200" cap="none" spc="0" baseline="0"><a:solidFill><a:schemeClr val="tx2"/></a:solidFill><a:latin typeface="Gill Sans MT" pitchFamily="0" charset="0"/><a:ea typeface="华文中宋" pitchFamily="0" charset="0"/><a:cs typeface="Lucida Sans"/></a:endParaRPr></a:p></p:txBody></p:sp></p:spTree><p:extLst><p:ext uri="{BB962C8B-B14F-4D97-AF65-F5344CB8AC3E}"><p14:creationId xmlns:p14="http://schemas.microsoft.com/office/powerpoint/2010/main" val="836671258"/></p:ext></p:extLst></p:cSld><p:clrMapOvr><a:masterClrMapping/></p:clrMapOvr><p:transition spd="slow"><p:strips dir="ru"/></p:transition></p:sld>
</file>

<file path=ppt/slides/slide2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文本框"/>
          <p:cNvSpPr>
            <a:spLocks noGrp="1"/>
          </p:cNvSpPr>
          <p:nvPr>
            <p:ph type="title"/>
          </p:nvPr>
        </p:nvSpPr>
        <p:spPr>
          <a:xfrm rot="0">
            <a:off x="581192" y="702155"/>
            <a:ext cx="11029616" cy="101379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4400" b="0" i="0" u="none" strike="noStrike" kern="1200" cap="all" spc="0" baseline="0">
                <a:solidFill>
                  <a:schemeClr val="bg1"/>
                </a:solidFill>
                <a:latin typeface="Gill Sans MT" pitchFamily="0" charset="0"/>
                <a:ea typeface="华文中宋" pitchFamily="0" charset="0"/>
                <a:cs typeface="Lucida Sans"/>
              </a:rPr>
              <a:t>                   🅟︎🅡︎🅞︎🅙︎🅔︎🅒︎🅣︎ 🅣︎🅘︎🅣︎🅛︎🅔︎</a:t>
            </a:r>
            <a:endParaRPr lang="zh-CN" altLang="en-US" sz="4400" b="0" i="0" u="none" strike="noStrike" kern="1200" cap="all" spc="0" baseline="0">
              <a:solidFill>
                <a:schemeClr val="bg1"/>
              </a:solidFill>
              <a:latin typeface="Gill Sans MT" pitchFamily="0" charset="0"/>
              <a:ea typeface="华文中宋" pitchFamily="0" charset="0"/>
              <a:cs typeface="Lucida Sans"/>
            </a:endParaRPr>
          </a:p>
        </p:txBody>
      </p:sp>
      <p:sp>
        <p:nvSpPr>
          <p:cNvPr id="22" name="文本框"/>
          <p:cNvSpPr>
            <a:spLocks noGrp="1"/>
          </p:cNvSpPr>
          <p:nvPr>
            <p:ph type="body" idx="1"/>
          </p:nvPr>
        </p:nvSpPr>
        <p:spPr>
          <a:xfrm rot="0">
            <a:off x="581192" y="2180496"/>
            <a:ext cx="11029615" cy="367830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lvl="2" marL="629920" indent="0" algn="l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None/>
            </a:pPr>
            <a:r>
              <a:rPr lang="en-US" altLang="zh-CN" sz="4000" b="0" i="0" u="none" strike="noStrike" kern="1200" cap="none" spc="0" baseline="0">
                <a:solidFill>
                  <a:schemeClr val="tx2"/>
                </a:solidFill>
                <a:latin typeface="Gill Sans MT" pitchFamily="0" charset="0"/>
                <a:ea typeface="华文中宋" pitchFamily="0" charset="0"/>
                <a:cs typeface="Lucida Sans"/>
              </a:rPr>
              <a:t>      </a:t>
            </a:r>
            <a:r>
              <a:rPr lang="zh-CN" altLang="en-US" sz="4000" b="1" i="0" u="none" strike="noStrike" kern="1200" cap="none" spc="0" baseline="0">
                <a:solidFill>
                  <a:schemeClr val="tx2"/>
                </a:solidFill>
                <a:latin typeface="Gill Sans MT" pitchFamily="0" charset="0"/>
                <a:ea typeface="华文中宋" pitchFamily="0" charset="0"/>
                <a:cs typeface="Lucida Sans"/>
              </a:rPr>
              <a:t>𝗜𝗡𝗧𝗘𝗥𝗔𝗖𝗧𝗜𝗩𝗘 𝗗𝗜𝗚𝗜𝗧𝗔𝗟 𝗣𝗢𝗥𝗧𝗙𝗢𝗟𝗜𝗢</a:t>
            </a:r>
            <a:endParaRPr lang="en-US" altLang="zh-CN" sz="4000" b="1" i="0" u="none" strike="noStrike" kern="1200" cap="none" spc="0" baseline="0">
              <a:solidFill>
                <a:schemeClr val="tx2"/>
              </a:solidFill>
              <a:latin typeface="Gill Sans MT" pitchFamily="0" charset="0"/>
              <a:ea typeface="华文中宋" pitchFamily="0" charset="0"/>
              <a:cs typeface="Lucida Sans"/>
            </a:endParaRPr>
          </a:p>
          <a:p>
            <a:pPr lvl="2" marL="629920" indent="0" algn="l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None/>
            </a:pPr>
            <a:r>
              <a:rPr lang="zh-CN" altLang="en-US" sz="4000" b="1" i="0" u="none" strike="noStrike" kern="1200" cap="none" spc="0" baseline="0">
                <a:solidFill>
                  <a:schemeClr val="tx2"/>
                </a:solidFill>
                <a:latin typeface="Gill Sans MT" pitchFamily="0" charset="0"/>
                <a:ea typeface="华文中宋" pitchFamily="0" charset="0"/>
                <a:cs typeface="Lucida Sans"/>
              </a:rPr>
              <a:t>       𝗨𝗦𝗜𝗡𝗚 𝗛𝗧𝗠𝗟, 𝗖𝗦𝗦 &amp; 𝗝𝗔𝗩𝗔𝗦𝗖𝗥𝗜𝗣𝗧</a:t>
            </a:r>
            <a:endParaRPr lang="zh-CN" altLang="en-US" sz="4000" b="0" i="0" u="none" strike="noStrike" kern="1200" cap="none" spc="0" baseline="0">
              <a:solidFill>
                <a:schemeClr val="tx2"/>
              </a:solidFill>
              <a:latin typeface="Gill Sans MT" pitchFamily="0" charset="0"/>
              <a:ea typeface="华文中宋" pitchFamily="0" charset="0"/>
              <a:cs typeface="Lucida Sans"/>
            </a:endParaRPr>
          </a:p>
        </p:txBody>
      </p:sp>
    </p:spTree>
    <p:extLst>
      <p:ext uri="{BB962C8B-B14F-4D97-AF65-F5344CB8AC3E}">
        <p14:creationId xmlns:p14="http://schemas.microsoft.com/office/powerpoint/2010/main" val="166658112"/>
      </p:ext>
    </p:extLst>
  </p:cSld>
  <p:clrMapOvr>
    <a:masterClrMapping/>
  </p:clrMapOvr>
  <p:transition spd="slow">
    <p:strips dir="ru"/>
  </p:transition>
</p:sld>
</file>

<file path=ppt/slides/slide3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"/>
          <p:cNvSpPr>
            <a:spLocks noGrp="1"/>
          </p:cNvSpPr>
          <p:nvPr>
            <p:ph type="title"/>
          </p:nvPr>
        </p:nvSpPr>
        <p:spPr>
          <a:xfrm rot="0">
            <a:off x="581192" y="702155"/>
            <a:ext cx="11029616" cy="101379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4400" b="0" i="0" u="none" strike="noStrike" kern="1200" cap="all" spc="0" baseline="0">
                <a:solidFill>
                  <a:schemeClr val="bg1"/>
                </a:solidFill>
                <a:latin typeface="Gill Sans MT" pitchFamily="0" charset="0"/>
                <a:ea typeface="华文中宋" pitchFamily="0" charset="0"/>
                <a:cs typeface="Lucida Sans"/>
              </a:rPr>
              <a:t>                        🅰︎🅶︎🅴︎🅽︎🆃︎🅰︎</a:t>
            </a:r>
            <a:endParaRPr lang="zh-CN" altLang="en-US" sz="4400" b="0" i="0" u="none" strike="noStrike" kern="1200" cap="all" spc="0" baseline="0">
              <a:solidFill>
                <a:schemeClr val="bg1"/>
              </a:solidFill>
              <a:latin typeface="Gill Sans MT" pitchFamily="0" charset="0"/>
              <a:ea typeface="华文中宋" pitchFamily="0" charset="0"/>
              <a:cs typeface="Lucida Sans"/>
            </a:endParaRPr>
          </a:p>
        </p:txBody>
      </p:sp>
      <p:sp>
        <p:nvSpPr>
          <p:cNvPr id="24" name="文本框"/>
          <p:cNvSpPr>
            <a:spLocks noGrp="1"/>
          </p:cNvSpPr>
          <p:nvPr>
            <p:ph type="body" idx="1"/>
          </p:nvPr>
        </p:nvSpPr>
        <p:spPr>
          <a:xfrm rot="0">
            <a:off x="4143171" y="1948329"/>
            <a:ext cx="4307559" cy="476922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514350" indent="-514350" algn="l">
              <a:lnSpc>
                <a:spcPct val="8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Tx/>
              <a:buAutoNum type="arabicPeriod"/>
            </a:pPr>
            <a:r>
              <a:rPr lang="en-US" altLang="zh-CN" sz="2600" b="0" i="0" u="none" strike="noStrike" kern="1200" cap="none" spc="0" baseline="0">
                <a:solidFill>
                  <a:schemeClr val="tx2"/>
                </a:solidFill>
                <a:latin typeface="Gill Sans MT" pitchFamily="0" charset="0"/>
                <a:ea typeface="华文中宋" pitchFamily="0" charset="0"/>
                <a:cs typeface="Lucida Sans"/>
              </a:rPr>
              <a:t>Problem Statement </a:t>
            </a:r>
            <a:endParaRPr lang="en-US" altLang="zh-CN" sz="2600" b="0" i="0" u="none" strike="noStrike" kern="1200" cap="none" spc="0" baseline="0">
              <a:solidFill>
                <a:schemeClr val="tx2"/>
              </a:solidFill>
              <a:latin typeface="Gill Sans MT" pitchFamily="0" charset="0"/>
              <a:ea typeface="华文中宋" pitchFamily="0" charset="0"/>
              <a:cs typeface="Lucida Sans"/>
            </a:endParaRPr>
          </a:p>
          <a:p>
            <a:pPr marL="514350" indent="-514350" algn="l">
              <a:lnSpc>
                <a:spcPct val="8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Tx/>
              <a:buAutoNum type="arabicPeriod"/>
            </a:pPr>
            <a:r>
              <a:rPr lang="en-US" altLang="zh-CN" sz="2600" b="0" i="0" u="none" strike="noStrike" kern="1200" cap="none" spc="0" baseline="0">
                <a:solidFill>
                  <a:schemeClr val="tx2"/>
                </a:solidFill>
                <a:latin typeface="Gill Sans MT" pitchFamily="0" charset="0"/>
                <a:ea typeface="华文中宋" pitchFamily="0" charset="0"/>
                <a:cs typeface="Lucida Sans"/>
              </a:rPr>
              <a:t>Project Overview </a:t>
            </a:r>
            <a:endParaRPr lang="en-US" altLang="zh-CN" sz="2600" b="0" i="0" u="none" strike="noStrike" kern="1200" cap="none" spc="0" baseline="0">
              <a:solidFill>
                <a:schemeClr val="tx2"/>
              </a:solidFill>
              <a:latin typeface="Gill Sans MT" pitchFamily="0" charset="0"/>
              <a:ea typeface="华文中宋" pitchFamily="0" charset="0"/>
              <a:cs typeface="Lucida Sans"/>
            </a:endParaRPr>
          </a:p>
          <a:p>
            <a:pPr marL="514350" indent="-514350" algn="l">
              <a:lnSpc>
                <a:spcPct val="8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Tx/>
              <a:buAutoNum type="arabicPeriod"/>
            </a:pPr>
            <a:r>
              <a:rPr lang="en-US" altLang="zh-CN" sz="2600" b="0" i="0" u="none" strike="noStrike" kern="1200" cap="none" spc="0" baseline="0">
                <a:solidFill>
                  <a:schemeClr val="tx2"/>
                </a:solidFill>
                <a:latin typeface="Gill Sans MT" pitchFamily="0" charset="0"/>
                <a:ea typeface="华文中宋" pitchFamily="0" charset="0"/>
                <a:cs typeface="Lucida Sans"/>
              </a:rPr>
              <a:t>End users </a:t>
            </a:r>
            <a:endParaRPr lang="en-US" altLang="zh-CN" sz="2600" b="0" i="0" u="none" strike="noStrike" kern="1200" cap="none" spc="0" baseline="0">
              <a:solidFill>
                <a:schemeClr val="tx2"/>
              </a:solidFill>
              <a:latin typeface="Gill Sans MT" pitchFamily="0" charset="0"/>
              <a:ea typeface="华文中宋" pitchFamily="0" charset="0"/>
              <a:cs typeface="Lucida Sans"/>
            </a:endParaRPr>
          </a:p>
          <a:p>
            <a:pPr marL="514350" indent="-514350" algn="l">
              <a:lnSpc>
                <a:spcPct val="8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Tx/>
              <a:buAutoNum type="arabicPeriod"/>
            </a:pPr>
            <a:r>
              <a:rPr lang="en-US" altLang="zh-CN" sz="2600" b="0" i="0" u="none" strike="noStrike" kern="1200" cap="none" spc="0" baseline="0">
                <a:solidFill>
                  <a:schemeClr val="tx2"/>
                </a:solidFill>
                <a:latin typeface="Gill Sans MT" pitchFamily="0" charset="0"/>
                <a:ea typeface="华文中宋" pitchFamily="0" charset="0"/>
                <a:cs typeface="Lucida Sans"/>
              </a:rPr>
              <a:t>Tools and Technologies </a:t>
            </a:r>
            <a:endParaRPr lang="en-US" altLang="zh-CN" sz="2600" b="0" i="0" u="none" strike="noStrike" kern="1200" cap="none" spc="0" baseline="0">
              <a:solidFill>
                <a:schemeClr val="tx2"/>
              </a:solidFill>
              <a:latin typeface="Gill Sans MT" pitchFamily="0" charset="0"/>
              <a:ea typeface="华文中宋" pitchFamily="0" charset="0"/>
              <a:cs typeface="Lucida Sans"/>
            </a:endParaRPr>
          </a:p>
          <a:p>
            <a:pPr marL="514350" indent="-514350" algn="l">
              <a:lnSpc>
                <a:spcPct val="8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Tx/>
              <a:buAutoNum type="arabicPeriod"/>
            </a:pPr>
            <a:r>
              <a:rPr lang="en-US" altLang="zh-CN" sz="2600" b="0" i="0" u="none" strike="noStrike" kern="1200" cap="none" spc="0" baseline="0">
                <a:solidFill>
                  <a:schemeClr val="tx2"/>
                </a:solidFill>
                <a:latin typeface="Gill Sans MT" pitchFamily="0" charset="0"/>
                <a:ea typeface="华文中宋" pitchFamily="0" charset="0"/>
                <a:cs typeface="Lucida Sans"/>
              </a:rPr>
              <a:t>Portfolio design and layout </a:t>
            </a:r>
            <a:endParaRPr lang="en-US" altLang="zh-CN" sz="2600" b="0" i="0" u="none" strike="noStrike" kern="1200" cap="none" spc="0" baseline="0">
              <a:solidFill>
                <a:schemeClr val="tx2"/>
              </a:solidFill>
              <a:latin typeface="Gill Sans MT" pitchFamily="0" charset="0"/>
              <a:ea typeface="华文中宋" pitchFamily="0" charset="0"/>
              <a:cs typeface="Lucida Sans"/>
            </a:endParaRPr>
          </a:p>
          <a:p>
            <a:pPr marL="514350" indent="-514350" algn="l">
              <a:lnSpc>
                <a:spcPct val="8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Tx/>
              <a:buAutoNum type="arabicPeriod"/>
            </a:pPr>
            <a:r>
              <a:rPr lang="en-US" altLang="zh-CN" sz="2600" b="0" i="0" u="none" strike="noStrike" kern="1200" cap="none" spc="0" baseline="0">
                <a:solidFill>
                  <a:schemeClr val="tx2"/>
                </a:solidFill>
                <a:latin typeface="Gill Sans MT" pitchFamily="0" charset="0"/>
                <a:ea typeface="华文中宋" pitchFamily="0" charset="0"/>
                <a:cs typeface="Lucida Sans"/>
              </a:rPr>
              <a:t>Features and Functionalities </a:t>
            </a:r>
            <a:endParaRPr lang="en-US" altLang="zh-CN" sz="2600" b="0" i="0" u="none" strike="noStrike" kern="1200" cap="none" spc="0" baseline="0">
              <a:solidFill>
                <a:schemeClr val="tx2"/>
              </a:solidFill>
              <a:latin typeface="Gill Sans MT" pitchFamily="0" charset="0"/>
              <a:ea typeface="华文中宋" pitchFamily="0" charset="0"/>
              <a:cs typeface="Lucida Sans"/>
            </a:endParaRPr>
          </a:p>
          <a:p>
            <a:pPr marL="514350" indent="-514350" algn="l">
              <a:lnSpc>
                <a:spcPct val="8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Tx/>
              <a:buAutoNum type="arabicPeriod"/>
            </a:pPr>
            <a:r>
              <a:rPr lang="en-US" altLang="zh-CN" sz="2600" b="0" i="0" u="none" strike="noStrike" kern="1200" cap="none" spc="0" baseline="0">
                <a:solidFill>
                  <a:schemeClr val="tx2"/>
                </a:solidFill>
                <a:latin typeface="Gill Sans MT" pitchFamily="0" charset="0"/>
                <a:ea typeface="华文中宋" pitchFamily="0" charset="0"/>
                <a:cs typeface="Lucida Sans"/>
              </a:rPr>
              <a:t>Results and Screenshots</a:t>
            </a:r>
            <a:endParaRPr lang="en-US" altLang="zh-CN" sz="2600" b="0" i="0" u="none" strike="noStrike" kern="1200" cap="none" spc="0" baseline="0">
              <a:solidFill>
                <a:schemeClr val="tx2"/>
              </a:solidFill>
              <a:latin typeface="Gill Sans MT" pitchFamily="0" charset="0"/>
              <a:ea typeface="华文中宋" pitchFamily="0" charset="0"/>
              <a:cs typeface="Lucida Sans"/>
            </a:endParaRPr>
          </a:p>
          <a:p>
            <a:pPr marL="514350" indent="-514350" algn="l">
              <a:lnSpc>
                <a:spcPct val="8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Tx/>
              <a:buAutoNum type="arabicPeriod"/>
            </a:pPr>
            <a:r>
              <a:rPr lang="en-US" altLang="zh-CN" sz="2600" b="0" i="0" u="none" strike="noStrike" kern="1200" cap="none" spc="0" baseline="0">
                <a:solidFill>
                  <a:schemeClr val="tx2"/>
                </a:solidFill>
                <a:latin typeface="Gill Sans MT" pitchFamily="0" charset="0"/>
                <a:ea typeface="华文中宋" pitchFamily="0" charset="0"/>
                <a:cs typeface="Lucida Sans"/>
              </a:rPr>
              <a:t>Conclusion </a:t>
            </a:r>
            <a:endParaRPr lang="en-US" altLang="zh-CN" sz="2600" b="0" i="0" u="none" strike="noStrike" kern="1200" cap="none" spc="0" baseline="0">
              <a:solidFill>
                <a:schemeClr val="tx2"/>
              </a:solidFill>
              <a:latin typeface="Gill Sans MT" pitchFamily="0" charset="0"/>
              <a:ea typeface="华文中宋" pitchFamily="0" charset="0"/>
              <a:cs typeface="Lucida Sans"/>
            </a:endParaRPr>
          </a:p>
          <a:p>
            <a:pPr marL="514350" indent="-514350" algn="l">
              <a:lnSpc>
                <a:spcPct val="8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Tx/>
              <a:buAutoNum type="arabicPeriod"/>
            </a:pPr>
            <a:r>
              <a:rPr lang="en-US" altLang="zh-CN" sz="2600" b="0" i="0" u="none" strike="noStrike" kern="1200" cap="none" spc="0" baseline="0">
                <a:solidFill>
                  <a:schemeClr val="tx2"/>
                </a:solidFill>
                <a:latin typeface="Gill Sans MT" pitchFamily="0" charset="0"/>
                <a:ea typeface="华文中宋" pitchFamily="0" charset="0"/>
                <a:cs typeface="Lucida Sans"/>
              </a:rPr>
              <a:t>GitHub link </a:t>
            </a:r>
            <a:endParaRPr lang="zh-CN" altLang="en-US" sz="2600" b="0" i="0" u="none" strike="noStrike" kern="1200" cap="none" spc="0" baseline="0">
              <a:solidFill>
                <a:schemeClr val="tx2"/>
              </a:solidFill>
              <a:latin typeface="Gill Sans MT" pitchFamily="0" charset="0"/>
              <a:ea typeface="华文中宋" pitchFamily="0" charset="0"/>
              <a:cs typeface="Lucida Sans"/>
            </a:endParaRPr>
          </a:p>
        </p:txBody>
      </p:sp>
    </p:spTree>
    <p:extLst>
      <p:ext uri="{BB962C8B-B14F-4D97-AF65-F5344CB8AC3E}">
        <p14:creationId xmlns:p14="http://schemas.microsoft.com/office/powerpoint/2010/main" val="1078873546"/>
      </p:ext>
    </p:extLst>
  </p:cSld>
  <p:clrMapOvr>
    <a:masterClrMapping/>
  </p:clrMapOvr>
  <p:transition spd="slow">
    <p:strips dir="ru"/>
  </p:transition>
</p:sld>
</file>

<file path=ppt/slides/slide4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文本框"/>
          <p:cNvSpPr>
            <a:spLocks noGrp="1"/>
          </p:cNvSpPr>
          <p:nvPr>
            <p:ph type="title"/>
          </p:nvPr>
        </p:nvSpPr>
        <p:spPr>
          <a:xfrm rot="0">
            <a:off x="581192" y="702155"/>
            <a:ext cx="11029616" cy="101379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4400" b="0" i="0" u="none" strike="noStrike" kern="1200" cap="all" spc="0" baseline="0">
                <a:solidFill>
                  <a:schemeClr val="bg1"/>
                </a:solidFill>
                <a:latin typeface="Gill Sans MT" pitchFamily="0" charset="0"/>
                <a:ea typeface="华文中宋" pitchFamily="0" charset="0"/>
                <a:cs typeface="Lucida Sans"/>
              </a:rPr>
              <a:t>             🄿🅁🄾🄱🄻🄴🄼    🅂🅃🄰🅃🄴🄼🄴🄽🅃</a:t>
            </a:r>
            <a:endParaRPr lang="zh-CN" altLang="en-US" sz="4400" b="0" i="0" u="none" strike="noStrike" kern="1200" cap="all" spc="0" baseline="0">
              <a:solidFill>
                <a:schemeClr val="bg1"/>
              </a:solidFill>
              <a:latin typeface="Gill Sans MT" pitchFamily="0" charset="0"/>
              <a:ea typeface="华文中宋" pitchFamily="0" charset="0"/>
              <a:cs typeface="Lucida Sans"/>
            </a:endParaRPr>
          </a:p>
        </p:txBody>
      </p:sp>
      <p:sp>
        <p:nvSpPr>
          <p:cNvPr id="26" name="文本框"/>
          <p:cNvSpPr>
            <a:spLocks noGrp="1"/>
          </p:cNvSpPr>
          <p:nvPr>
            <p:ph type="body" idx="1"/>
          </p:nvPr>
        </p:nvSpPr>
        <p:spPr>
          <a:xfrm rot="0">
            <a:off x="581193" y="2276120"/>
            <a:ext cx="11029615" cy="367830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305943" indent="-305943" algn="l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itchFamily="18" charset="2"/>
              <a:buChar char=""/>
            </a:pPr>
            <a:r>
              <a:rPr lang="en-US" altLang="zh-CN" sz="2000" b="0" i="0" u="none" strike="noStrike" kern="1200" cap="none" spc="0" baseline="0">
                <a:solidFill>
                  <a:schemeClr val="tx2"/>
                </a:solidFill>
                <a:latin typeface="Gill Sans MT" pitchFamily="0" charset="0"/>
                <a:ea typeface="华文中宋" pitchFamily="0" charset="0"/>
                <a:cs typeface="Lucida Sans"/>
              </a:rPr>
              <a:t>Static resumes do not provide an interactive experience for viewers and often fail to highlight technical skills India creative way. Using HTML, CSS and JavaScript, a student portfolio can be designed as a responsive and interactive web page that show cases personal details education skills soft skills and resume download.  This approach solve the problem of Limited traditional resume by creating </a:t>
            </a:r>
            <a:r>
              <a:rPr lang="en-US" altLang="zh-CN" sz="2000" b="0" i="0" u="none" strike="noStrike" kern="1200" cap="none" spc="0" baseline="0">
                <a:solidFill>
                  <a:schemeClr val="tx2"/>
                </a:solidFill>
                <a:latin typeface="Gill Sans MT" pitchFamily="0" charset="0"/>
                <a:ea typeface="华文中宋" pitchFamily="0" charset="0"/>
                <a:cs typeface="Lucida Sans"/>
              </a:rPr>
              <a:t>ya</a:t>
            </a:r>
            <a:r>
              <a:rPr lang="en-US" altLang="zh-CN" sz="2000" b="0" i="0" u="none" strike="noStrike" kern="1200" cap="none" spc="0" baseline="0">
                <a:solidFill>
                  <a:schemeClr val="tx2"/>
                </a:solidFill>
                <a:latin typeface="Gill Sans MT" pitchFamily="0" charset="0"/>
                <a:ea typeface="华文中宋" pitchFamily="0" charset="0"/>
                <a:cs typeface="Lucida Sans"/>
              </a:rPr>
              <a:t> dynamic , user friendly , and accessible that reflects both technical and presentation skills.</a:t>
            </a:r>
            <a:endParaRPr lang="zh-CN" altLang="en-US" sz="2000" b="0" i="0" u="none" strike="noStrike" kern="1200" cap="none" spc="0" baseline="0">
              <a:solidFill>
                <a:schemeClr val="tx2"/>
              </a:solidFill>
              <a:latin typeface="Gill Sans MT" pitchFamily="0" charset="0"/>
              <a:ea typeface="华文中宋" pitchFamily="0" charset="0"/>
              <a:cs typeface="Lucida Sans"/>
            </a:endParaRPr>
          </a:p>
        </p:txBody>
      </p:sp>
    </p:spTree>
    <p:extLst>
      <p:ext uri="{BB962C8B-B14F-4D97-AF65-F5344CB8AC3E}">
        <p14:creationId xmlns:p14="http://schemas.microsoft.com/office/powerpoint/2010/main" val="719056335"/>
      </p:ext>
    </p:extLst>
  </p:cSld>
  <p:clrMapOvr>
    <a:masterClrMapping/>
  </p:clrMapOvr>
  <p:transition spd="slow">
    <p:strips dir="ru"/>
  </p:transition>
</p:sld>
</file>

<file path=ppt/slides/slide5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文本框"/>
          <p:cNvSpPr>
            <a:spLocks noGrp="1"/>
          </p:cNvSpPr>
          <p:nvPr>
            <p:ph type="title"/>
          </p:nvPr>
        </p:nvSpPr>
        <p:spPr>
          <a:xfrm rot="0">
            <a:off x="581192" y="702155"/>
            <a:ext cx="11029616" cy="101379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400" b="0" i="0" u="none" strike="noStrike" kern="1200" cap="all" spc="0" baseline="0">
                <a:solidFill>
                  <a:schemeClr val="bg1"/>
                </a:solidFill>
                <a:latin typeface="Gill Sans MT" pitchFamily="0" charset="0"/>
                <a:ea typeface="华文中宋" pitchFamily="0" charset="0"/>
                <a:cs typeface="Lucida Sans"/>
              </a:rPr>
              <a:t>                   ℘𝘳ꪮ𝓳ꫀᥴ𝓽 ꪮꪜꫀ𝘳ꪜ𝓲ꫀ᭙</a:t>
            </a:r>
            <a:endParaRPr lang="zh-CN" altLang="en-US" sz="4400" b="0" i="0" u="none" strike="noStrike" kern="1200" cap="all" spc="0" baseline="0">
              <a:solidFill>
                <a:schemeClr val="bg1"/>
              </a:solidFill>
              <a:latin typeface="Gill Sans MT" pitchFamily="0" charset="0"/>
              <a:ea typeface="华文中宋" pitchFamily="0" charset="0"/>
              <a:cs typeface="Lucida Sans"/>
            </a:endParaRPr>
          </a:p>
        </p:txBody>
      </p:sp>
      <p:sp>
        <p:nvSpPr>
          <p:cNvPr id="28" name="文本框"/>
          <p:cNvSpPr>
            <a:spLocks noGrp="1"/>
          </p:cNvSpPr>
          <p:nvPr>
            <p:ph type="body" idx="1"/>
          </p:nvPr>
        </p:nvSpPr>
        <p:spPr>
          <a:xfrm rot="0">
            <a:off x="581192" y="2180496"/>
            <a:ext cx="11029615" cy="367830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chemeClr val="tx2"/>
                </a:solidFill>
                <a:latin typeface="Gill Sans MT" pitchFamily="0" charset="0"/>
                <a:ea typeface="华文中宋" pitchFamily="0" charset="0"/>
                <a:cs typeface="Lucida Sans"/>
              </a:rPr>
              <a:t>       The project “ Interactive Digital  Portfolio using HTML, CSS and Java Script “ web - based application design to                        showcase personal and academic information India structured interactive format.</a:t>
            </a:r>
            <a:endParaRPr lang="en-US" altLang="zh-CN" sz="1800" b="0" i="0" u="none" strike="noStrike" kern="1200" cap="none" spc="0" baseline="0">
              <a:solidFill>
                <a:schemeClr val="tx2"/>
              </a:solidFill>
              <a:latin typeface="Gill Sans MT" pitchFamily="0" charset="0"/>
              <a:ea typeface="华文中宋" pitchFamily="0" charset="0"/>
              <a:cs typeface="Lucida Sans"/>
            </a:endParaRPr>
          </a:p>
          <a:p>
            <a:pPr marL="0" indent="0" algn="l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chemeClr val="tx2"/>
                </a:solidFill>
                <a:latin typeface="Gill Sans MT" pitchFamily="0" charset="0"/>
                <a:ea typeface="华文中宋" pitchFamily="0" charset="0"/>
                <a:cs typeface="Lucida Sans"/>
              </a:rPr>
              <a:t>       The portfolio consists of the following coded components :</a:t>
            </a:r>
            <a:endParaRPr lang="en-US" altLang="zh-CN" sz="1800" b="0" i="0" u="none" strike="noStrike" kern="1200" cap="none" spc="0" baseline="0">
              <a:solidFill>
                <a:schemeClr val="tx2"/>
              </a:solidFill>
              <a:latin typeface="Gill Sans MT" pitchFamily="0" charset="0"/>
              <a:ea typeface="华文中宋" pitchFamily="0" charset="0"/>
              <a:cs typeface="Lucida Sans"/>
            </a:endParaRPr>
          </a:p>
          <a:p>
            <a:pPr lvl="1" marL="629920" indent="-305943" algn="l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itchFamily="18" charset="2"/>
              <a:buChar char=""/>
            </a:pPr>
            <a:r>
              <a:rPr lang="en-US" altLang="zh-CN" sz="1600" b="0" i="0" u="none" strike="noStrike" kern="1200" cap="none" spc="0" baseline="0">
                <a:solidFill>
                  <a:schemeClr val="tx2"/>
                </a:solidFill>
                <a:latin typeface="Gill Sans MT" pitchFamily="0" charset="0"/>
                <a:ea typeface="华文中宋" pitchFamily="0" charset="0"/>
                <a:cs typeface="Lucida Sans"/>
              </a:rPr>
              <a:t>HTML – Provides the structure of the portfolio (header, navigation, about, education, skills, resume section).</a:t>
            </a:r>
            <a:endParaRPr lang="en-US" altLang="zh-CN" sz="1600" b="0" i="0" u="none" strike="noStrike" kern="1200" cap="none" spc="0" baseline="0">
              <a:solidFill>
                <a:schemeClr val="tx2"/>
              </a:solidFill>
              <a:latin typeface="Gill Sans MT" pitchFamily="0" charset="0"/>
              <a:ea typeface="华文中宋" pitchFamily="0" charset="0"/>
              <a:cs typeface="Lucida Sans"/>
            </a:endParaRPr>
          </a:p>
          <a:p>
            <a:pPr lvl="1" marL="629920" indent="-305943" algn="l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itchFamily="18" charset="2"/>
              <a:buChar char=""/>
            </a:pPr>
            <a:r>
              <a:rPr lang="en-US" altLang="zh-CN" sz="1600" b="0" i="0" u="none" strike="noStrike" kern="1200" cap="none" spc="0" baseline="0">
                <a:solidFill>
                  <a:schemeClr val="tx2"/>
                </a:solidFill>
                <a:latin typeface="Gill Sans MT" pitchFamily="0" charset="0"/>
                <a:ea typeface="华文中宋" pitchFamily="0" charset="0"/>
                <a:cs typeface="Lucida Sans"/>
              </a:rPr>
              <a:t>CSS – Enhances the design with colours, layouts, rounded borders, and their responsive look using a purple theme.</a:t>
            </a:r>
            <a:endParaRPr lang="en-US" altLang="zh-CN" sz="1600" b="0" i="0" u="none" strike="noStrike" kern="1200" cap="none" spc="0" baseline="0">
              <a:solidFill>
                <a:schemeClr val="tx2"/>
              </a:solidFill>
              <a:latin typeface="Gill Sans MT" pitchFamily="0" charset="0"/>
              <a:ea typeface="华文中宋" pitchFamily="0" charset="0"/>
              <a:cs typeface="Lucida Sans"/>
            </a:endParaRPr>
          </a:p>
          <a:p>
            <a:pPr lvl="1" marL="629920" indent="-305943" algn="l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itchFamily="18" charset="2"/>
              <a:buChar char=""/>
            </a:pPr>
            <a:r>
              <a:rPr lang="en-US" altLang="zh-CN" sz="1600" b="0" i="0" u="none" strike="noStrike" kern="1200" cap="none" spc="0" baseline="0">
                <a:solidFill>
                  <a:schemeClr val="tx2"/>
                </a:solidFill>
                <a:latin typeface="Gill Sans MT" pitchFamily="0" charset="0"/>
                <a:ea typeface="华文中宋" pitchFamily="0" charset="0"/>
                <a:cs typeface="Lucida Sans"/>
              </a:rPr>
              <a:t>JavaScript – adds interactivity, such as smooth scrolling when clicking on navigation links.</a:t>
            </a:r>
            <a:endParaRPr lang="en-US" altLang="zh-CN" sz="1600" b="0" i="0" u="none" strike="noStrike" kern="1200" cap="none" spc="0" baseline="0">
              <a:solidFill>
                <a:schemeClr val="tx2"/>
              </a:solidFill>
              <a:latin typeface="Gill Sans MT" pitchFamily="0" charset="0"/>
              <a:ea typeface="华文中宋" pitchFamily="0" charset="0"/>
              <a:cs typeface="Lucida Sans"/>
            </a:endParaRPr>
          </a:p>
          <a:p>
            <a:pPr lvl="1" marL="323977" indent="0" algn="l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None/>
            </a:pPr>
            <a:r>
              <a:rPr lang="en-US" altLang="zh-CN" sz="1600" b="0" i="0" u="none" strike="noStrike" kern="1200" cap="none" spc="0" baseline="0">
                <a:solidFill>
                  <a:schemeClr val="tx2"/>
                </a:solidFill>
                <a:latin typeface="Gill Sans MT" pitchFamily="0" charset="0"/>
                <a:ea typeface="华文中宋" pitchFamily="0" charset="0"/>
                <a:cs typeface="Lucida Sans"/>
              </a:rPr>
              <a:t>   This portfolio highlight the student’s About Me, Education, Skills, Soft skills and Resume Download option in user friendly digital format. The project demonstrates how front – end technologies can be applied to create a professional, interactive portfolio website.</a:t>
            </a:r>
            <a:endParaRPr lang="zh-CN" altLang="en-US" sz="1600" b="0" i="0" u="none" strike="noStrike" kern="1200" cap="none" spc="0" baseline="0">
              <a:solidFill>
                <a:schemeClr val="tx2"/>
              </a:solidFill>
              <a:latin typeface="Gill Sans MT" pitchFamily="0" charset="0"/>
              <a:ea typeface="华文中宋" pitchFamily="0" charset="0"/>
              <a:cs typeface="Lucida Sans"/>
            </a:endParaRPr>
          </a:p>
        </p:txBody>
      </p:sp>
    </p:spTree>
    <p:extLst>
      <p:ext uri="{BB962C8B-B14F-4D97-AF65-F5344CB8AC3E}">
        <p14:creationId xmlns:p14="http://schemas.microsoft.com/office/powerpoint/2010/main" val="791375059"/>
      </p:ext>
    </p:extLst>
  </p:cSld>
  <p:clrMapOvr>
    <a:masterClrMapping/>
  </p:clrMapOvr>
  <p:transition spd="slow">
    <p:strips dir="ru"/>
  </p:transition>
</p:sld>
</file>

<file path=ppt/slides/slide6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文本框"/>
          <p:cNvSpPr>
            <a:spLocks noGrp="1"/>
          </p:cNvSpPr>
          <p:nvPr>
            <p:ph type="title"/>
          </p:nvPr>
        </p:nvSpPr>
        <p:spPr>
          <a:xfrm rot="0">
            <a:off x="581192" y="702155"/>
            <a:ext cx="11029616" cy="101379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4400" b="0" i="0" u="none" strike="noStrike" kern="1200" cap="all" spc="0" baseline="0">
                <a:solidFill>
                  <a:schemeClr val="bg1"/>
                </a:solidFill>
                <a:latin typeface="Gill Sans MT" pitchFamily="0" charset="0"/>
                <a:ea typeface="华文中宋" pitchFamily="0" charset="0"/>
                <a:cs typeface="Lucida Sans"/>
              </a:rPr>
              <a:t>                𝘞𝘩𝘰 𝘢𝘳𝘦 𝘵𝘩𝘦 𝘦𝘯𝘥 𝘶𝘴𝘦𝘳𝘴?</a:t>
            </a:r>
            <a:endParaRPr lang="zh-CN" altLang="en-US" sz="4400" b="0" i="0" u="none" strike="noStrike" kern="1200" cap="all" spc="0" baseline="0">
              <a:solidFill>
                <a:schemeClr val="bg1"/>
              </a:solidFill>
              <a:latin typeface="Gill Sans MT" pitchFamily="0" charset="0"/>
              <a:ea typeface="华文中宋" pitchFamily="0" charset="0"/>
              <a:cs typeface="Lucida Sans"/>
            </a:endParaRPr>
          </a:p>
        </p:txBody>
      </p:sp>
      <p:sp>
        <p:nvSpPr>
          <p:cNvPr id="30" name="文本框"/>
          <p:cNvSpPr>
            <a:spLocks noGrp="1"/>
          </p:cNvSpPr>
          <p:nvPr>
            <p:ph type="body" idx="1"/>
          </p:nvPr>
        </p:nvSpPr>
        <p:spPr>
          <a:xfrm rot="0">
            <a:off x="581192" y="2574942"/>
            <a:ext cx="11029615" cy="367830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None/>
            </a:pPr>
            <a:r>
              <a:rPr lang="en-US" altLang="zh-CN" sz="1800" b="1" i="0" u="none" strike="noStrike" kern="1200" cap="none" spc="0" baseline="0">
                <a:solidFill>
                  <a:schemeClr val="tx2"/>
                </a:solidFill>
                <a:latin typeface="Gill Sans MT" pitchFamily="0" charset="0"/>
                <a:ea typeface="华文中宋" pitchFamily="0" charset="0"/>
                <a:cs typeface="Lucida Sans"/>
              </a:rPr>
              <a:t>  End Users </a:t>
            </a:r>
            <a:endParaRPr lang="en-US" altLang="zh-CN" sz="1800" b="1" i="0" u="none" strike="noStrike" kern="1200" cap="none" spc="0" baseline="0">
              <a:solidFill>
                <a:schemeClr val="tx2"/>
              </a:solidFill>
              <a:latin typeface="Gill Sans MT" pitchFamily="0" charset="0"/>
              <a:ea typeface="华文中宋" pitchFamily="0" charset="0"/>
              <a:cs typeface="Lucida Sans"/>
            </a:endParaRPr>
          </a:p>
          <a:p>
            <a:pPr marL="0" indent="0" algn="l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None/>
            </a:pPr>
            <a:r>
              <a:rPr lang="en-US" altLang="zh-CN" sz="1800" b="1" i="0" u="none" strike="noStrike" kern="1200" cap="none" spc="0" baseline="0">
                <a:solidFill>
                  <a:schemeClr val="tx2"/>
                </a:solidFill>
                <a:latin typeface="Gill Sans MT" pitchFamily="0" charset="0"/>
                <a:ea typeface="华文中宋" pitchFamily="0" charset="0"/>
                <a:cs typeface="Lucida Sans"/>
              </a:rPr>
              <a:t>  The interactive “Digital  Portfolio”  developed using HTML, CSS, and JavaScript is mainly intention for :</a:t>
            </a:r>
            <a:endParaRPr lang="en-US" altLang="zh-CN" sz="1800" b="1" i="0" u="none" strike="noStrike" kern="1200" cap="none" spc="0" baseline="0">
              <a:solidFill>
                <a:schemeClr val="tx2"/>
              </a:solidFill>
              <a:latin typeface="Gill Sans MT" pitchFamily="0" charset="0"/>
              <a:ea typeface="华文中宋" pitchFamily="0" charset="0"/>
              <a:cs typeface="Lucida Sans"/>
            </a:endParaRP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Tx/>
              <a:buAutoNum type="arabicPeriod"/>
            </a:pPr>
            <a:r>
              <a:rPr lang="en-US" altLang="zh-CN" sz="1800" b="0" i="0" u="none" strike="noStrike" kern="1200" cap="none" spc="0" baseline="0">
                <a:solidFill>
                  <a:schemeClr val="tx2"/>
                </a:solidFill>
                <a:latin typeface="Gill Sans MT" pitchFamily="0" charset="0"/>
                <a:ea typeface="华文中宋" pitchFamily="0" charset="0"/>
                <a:cs typeface="Lucida Sans"/>
              </a:rPr>
              <a:t>Students &amp; Job Seekers – To present their education, skills, and achievements in a professional, interactive format instead of a static resume.</a:t>
            </a:r>
            <a:endParaRPr lang="en-US" altLang="zh-CN" sz="1800" b="0" i="0" u="none" strike="noStrike" kern="1200" cap="none" spc="0" baseline="0">
              <a:solidFill>
                <a:schemeClr val="tx2"/>
              </a:solidFill>
              <a:latin typeface="Gill Sans MT" pitchFamily="0" charset="0"/>
              <a:ea typeface="华文中宋" pitchFamily="0" charset="0"/>
              <a:cs typeface="Lucida Sans"/>
            </a:endParaRP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Tx/>
              <a:buAutoNum type="arabicPeriod"/>
            </a:pPr>
            <a:r>
              <a:rPr lang="en-US" altLang="zh-CN" sz="1800" b="0" i="0" u="none" strike="noStrike" kern="1200" cap="none" spc="0" baseline="0">
                <a:solidFill>
                  <a:schemeClr val="tx2"/>
                </a:solidFill>
                <a:latin typeface="Gill Sans MT" pitchFamily="0" charset="0"/>
                <a:ea typeface="华文中宋" pitchFamily="0" charset="0"/>
                <a:cs typeface="Lucida Sans"/>
              </a:rPr>
              <a:t>Recruiters &amp; Employers – To easily view a candidate’s profile, skills, and resume  download option in a structured and attractive web page.</a:t>
            </a:r>
            <a:endParaRPr lang="en-US" altLang="zh-CN" sz="1800" b="0" i="0" u="none" strike="noStrike" kern="1200" cap="none" spc="0" baseline="0">
              <a:solidFill>
                <a:schemeClr val="tx2"/>
              </a:solidFill>
              <a:latin typeface="Gill Sans MT" pitchFamily="0" charset="0"/>
              <a:ea typeface="华文中宋" pitchFamily="0" charset="0"/>
              <a:cs typeface="Lucida Sans"/>
            </a:endParaRP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Tx/>
              <a:buAutoNum type="arabicPeriod"/>
            </a:pPr>
            <a:r>
              <a:rPr lang="en-US" altLang="zh-CN" sz="1800" b="0" i="0" u="none" strike="noStrike" kern="1200" cap="none" spc="0" baseline="0">
                <a:solidFill>
                  <a:schemeClr val="tx2"/>
                </a:solidFill>
                <a:latin typeface="Gill Sans MT" pitchFamily="0" charset="0"/>
                <a:ea typeface="华文中宋" pitchFamily="0" charset="0"/>
                <a:cs typeface="Lucida Sans"/>
              </a:rPr>
              <a:t>Faculty / Academic Evaluators – To </a:t>
            </a:r>
            <a:r>
              <a:rPr lang="en-US" altLang="zh-CN" sz="1800" b="0" i="0" u="none" strike="noStrike" kern="1200" cap="none" spc="0" baseline="0">
                <a:solidFill>
                  <a:schemeClr val="tx2"/>
                </a:solidFill>
                <a:latin typeface="Gill Sans MT" pitchFamily="0" charset="0"/>
                <a:ea typeface="华文中宋" pitchFamily="0" charset="0"/>
                <a:cs typeface="Lucida Sans"/>
              </a:rPr>
              <a:t>asseses</a:t>
            </a:r>
            <a:r>
              <a:rPr lang="en-US" altLang="zh-CN" sz="1800" b="0" i="0" u="none" strike="noStrike" kern="1200" cap="none" spc="0" baseline="0">
                <a:solidFill>
                  <a:schemeClr val="tx2"/>
                </a:solidFill>
                <a:latin typeface="Gill Sans MT" pitchFamily="0" charset="0"/>
                <a:ea typeface="华文中宋" pitchFamily="0" charset="0"/>
                <a:cs typeface="Lucida Sans"/>
              </a:rPr>
              <a:t> the  student’s  technical knowledge, coding ability, and creative in building a digital portfolio.</a:t>
            </a:r>
            <a:endParaRPr lang="en-US" altLang="zh-CN" sz="1800" b="0" i="0" u="none" strike="noStrike" kern="1200" cap="none" spc="0" baseline="0">
              <a:solidFill>
                <a:schemeClr val="tx2"/>
              </a:solidFill>
              <a:latin typeface="Gill Sans MT" pitchFamily="0" charset="0"/>
              <a:ea typeface="华文中宋" pitchFamily="0" charset="0"/>
              <a:cs typeface="Lucida Sans"/>
            </a:endParaRPr>
          </a:p>
          <a:p>
            <a:pPr marL="342900" indent="-342900" algn="l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Tx/>
              <a:buAutoNum type="arabicPeriod"/>
            </a:pPr>
            <a:r>
              <a:rPr lang="en-US" altLang="zh-CN" sz="1800" b="0" i="0" u="none" strike="noStrike" kern="1200" cap="none" spc="0" baseline="0">
                <a:solidFill>
                  <a:schemeClr val="tx2"/>
                </a:solidFill>
                <a:latin typeface="Gill Sans MT" pitchFamily="0" charset="0"/>
                <a:ea typeface="华文中宋" pitchFamily="0" charset="0"/>
                <a:cs typeface="Lucida Sans"/>
              </a:rPr>
              <a:t>Peers &amp; General Audience – To view and get inspired by the portfolio design, content, and coding approach.</a:t>
            </a:r>
            <a:endParaRPr lang="zh-CN" altLang="en-US" sz="1800" b="0" i="0" u="none" strike="noStrike" kern="1200" cap="none" spc="0" baseline="0">
              <a:solidFill>
                <a:schemeClr val="tx2"/>
              </a:solidFill>
              <a:latin typeface="Gill Sans MT" pitchFamily="0" charset="0"/>
              <a:ea typeface="华文中宋" pitchFamily="0" charset="0"/>
              <a:cs typeface="Lucida Sans"/>
            </a:endParaRPr>
          </a:p>
        </p:txBody>
      </p:sp>
    </p:spTree>
    <p:extLst>
      <p:ext uri="{BB962C8B-B14F-4D97-AF65-F5344CB8AC3E}">
        <p14:creationId xmlns:p14="http://schemas.microsoft.com/office/powerpoint/2010/main" val="1595292390"/>
      </p:ext>
    </p:extLst>
  </p:cSld>
  <p:clrMapOvr>
    <a:masterClrMapping/>
  </p:clrMapOvr>
  <p:transition spd="slow">
    <p:strips dir="ru"/>
  </p:transition>
</p:sld>
</file>

<file path=ppt/slides/slide7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文本框"/>
          <p:cNvSpPr>
            <a:spLocks noGrp="1"/>
          </p:cNvSpPr>
          <p:nvPr>
            <p:ph type="title"/>
          </p:nvPr>
        </p:nvSpPr>
        <p:spPr>
          <a:xfrm rot="0">
            <a:off x="581193" y="729658"/>
            <a:ext cx="11029616" cy="98833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4400" b="0" i="0" u="none" strike="noStrike" kern="1200" cap="all" spc="0" baseline="0">
                <a:solidFill>
                  <a:schemeClr val="bg1"/>
                </a:solidFill>
                <a:latin typeface="Gill Sans MT" pitchFamily="0" charset="0"/>
                <a:ea typeface="华文中宋" pitchFamily="0" charset="0"/>
                <a:cs typeface="Lucida Sans"/>
              </a:rPr>
              <a:t>               𝓣𝓸𝓸𝓵𝓼 𝓪𝓷𝓭 𝓽𝓮𝓬𝓱𝓲𝓺𝓾𝓮𝓼:</a:t>
            </a:r>
            <a:endParaRPr lang="zh-CN" altLang="en-US" sz="4400" b="0" i="0" u="none" strike="noStrike" kern="1200" cap="all" spc="0" baseline="0">
              <a:solidFill>
                <a:schemeClr val="bg1"/>
              </a:solidFill>
              <a:latin typeface="Gill Sans MT" pitchFamily="0" charset="0"/>
              <a:ea typeface="华文中宋" pitchFamily="0" charset="0"/>
              <a:cs typeface="Lucida Sans"/>
            </a:endParaRPr>
          </a:p>
        </p:txBody>
      </p:sp>
      <p:sp>
        <p:nvSpPr>
          <p:cNvPr id="44" name="文本框"/>
          <p:cNvSpPr>
            <a:spLocks noGrp="1"/>
          </p:cNvSpPr>
          <p:nvPr>
            <p:ph type="body" idx="1"/>
          </p:nvPr>
        </p:nvSpPr>
        <p:spPr>
          <a:xfrm rot="0">
            <a:off x="887218" y="2250892"/>
            <a:ext cx="5087074" cy="53600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None/>
            </a:pPr>
            <a:r>
              <a:rPr lang="en-US" altLang="zh-CN" sz="2200" b="1" i="0" u="none" strike="noStrike" kern="1200" cap="none" spc="0" baseline="0">
                <a:solidFill>
                  <a:schemeClr val="accent2"/>
                </a:solidFill>
                <a:latin typeface="Gill Sans MT" pitchFamily="0" charset="0"/>
                <a:ea typeface="华文中宋" pitchFamily="0" charset="0"/>
                <a:cs typeface="Lucida Sans"/>
              </a:rPr>
              <a:t>                    Tools Used</a:t>
            </a:r>
            <a:endParaRPr lang="zh-CN" altLang="en-US" sz="2200" b="1" i="0" u="none" strike="noStrike" kern="1200" cap="none" spc="0" baseline="0">
              <a:solidFill>
                <a:schemeClr val="accent2"/>
              </a:solidFill>
              <a:latin typeface="Gill Sans MT" pitchFamily="0" charset="0"/>
              <a:ea typeface="华文中宋" pitchFamily="0" charset="0"/>
              <a:cs typeface="Lucida Sans"/>
            </a:endParaRPr>
          </a:p>
        </p:txBody>
      </p:sp>
      <p:sp>
        <p:nvSpPr>
          <p:cNvPr id="45" name="文本框"/>
          <p:cNvSpPr>
            <a:spLocks noGrp="1"/>
          </p:cNvSpPr>
          <p:nvPr>
            <p:ph type="body" idx="3"/>
          </p:nvPr>
        </p:nvSpPr>
        <p:spPr>
          <a:xfrm rot="0">
            <a:off x="6523735" y="2250892"/>
            <a:ext cx="5087072" cy="55337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None/>
            </a:pPr>
            <a:r>
              <a:rPr lang="en-US" altLang="zh-CN" sz="2200" b="0" i="0" u="none" strike="noStrike" kern="1200" cap="none" spc="0" baseline="0">
                <a:solidFill>
                  <a:schemeClr val="accent2"/>
                </a:solidFill>
                <a:latin typeface="Gill Sans MT" pitchFamily="0" charset="0"/>
                <a:ea typeface="华文中宋" pitchFamily="0" charset="0"/>
                <a:cs typeface="Lucida Sans"/>
              </a:rPr>
              <a:t>         Techniques Applied  in Code</a:t>
            </a:r>
            <a:endParaRPr lang="zh-CN" altLang="en-US" sz="2200" b="0" i="0" u="none" strike="noStrike" kern="1200" cap="none" spc="0" baseline="0">
              <a:solidFill>
                <a:schemeClr val="accent2"/>
              </a:solidFill>
              <a:latin typeface="Gill Sans MT" pitchFamily="0" charset="0"/>
              <a:ea typeface="华文中宋" pitchFamily="0" charset="0"/>
              <a:cs typeface="Lucida Sans"/>
            </a:endParaRPr>
          </a:p>
        </p:txBody>
      </p:sp>
      <p:sp>
        <p:nvSpPr>
          <p:cNvPr id="46" name="文本框"/>
          <p:cNvSpPr>
            <a:spLocks noGrp="1"/>
          </p:cNvSpPr>
          <p:nvPr>
            <p:ph type="body" idx="4"/>
          </p:nvPr>
        </p:nvSpPr>
        <p:spPr>
          <a:xfrm rot="0">
            <a:off x="6217709" y="2926051"/>
            <a:ext cx="5393099" cy="293499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342900" indent="-342900" algn="l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Tx/>
              <a:buAutoNum type="arabicPeriod"/>
            </a:pPr>
            <a:r>
              <a:rPr lang="en-US" altLang="zh-CN" sz="1700" b="0" i="0" u="none" strike="noStrike" kern="1200" cap="none" spc="0" baseline="0">
                <a:solidFill>
                  <a:schemeClr val="tx2"/>
                </a:solidFill>
                <a:latin typeface="Gill Sans MT" pitchFamily="0" charset="0"/>
                <a:ea typeface="华文中宋" pitchFamily="0" charset="0"/>
                <a:cs typeface="Lucida Sans"/>
              </a:rPr>
              <a:t>HTML – used for structuring sections like header,, navigation,  about, education,  skills, and resume.</a:t>
            </a:r>
            <a:endParaRPr lang="en-US" altLang="zh-CN" sz="1700" b="0" i="0" u="none" strike="noStrike" kern="1200" cap="none" spc="0" baseline="0">
              <a:solidFill>
                <a:schemeClr val="tx2"/>
              </a:solidFill>
              <a:latin typeface="Gill Sans MT" pitchFamily="0" charset="0"/>
              <a:ea typeface="华文中宋" pitchFamily="0" charset="0"/>
              <a:cs typeface="Lucida Sans"/>
            </a:endParaRPr>
          </a:p>
          <a:p>
            <a:pPr marL="342900" indent="-342900" algn="l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Tx/>
              <a:buAutoNum type="arabicPeriod"/>
            </a:pPr>
            <a:r>
              <a:rPr lang="en-US" altLang="zh-CN" sz="1700" b="0" i="0" u="none" strike="noStrike" kern="1200" cap="none" spc="0" baseline="0">
                <a:solidFill>
                  <a:schemeClr val="tx2"/>
                </a:solidFill>
                <a:latin typeface="Gill Sans MT" pitchFamily="0" charset="0"/>
                <a:ea typeface="华文中宋" pitchFamily="0" charset="0"/>
                <a:cs typeface="Lucida Sans"/>
              </a:rPr>
              <a:t>CSS – applied for styling, adding back background  </a:t>
            </a:r>
            <a:r>
              <a:rPr lang="en-US" altLang="zh-CN" sz="1700" b="0" i="0" u="none" strike="noStrike" kern="1200" cap="none" spc="0" baseline="0">
                <a:solidFill>
                  <a:schemeClr val="tx2"/>
                </a:solidFill>
                <a:latin typeface="Gill Sans MT" pitchFamily="0" charset="0"/>
                <a:ea typeface="华文中宋" pitchFamily="0" charset="0"/>
                <a:cs typeface="Lucida Sans"/>
              </a:rPr>
              <a:t>colors</a:t>
            </a:r>
            <a:r>
              <a:rPr lang="en-US" altLang="zh-CN" sz="1700" b="0" i="0" u="none" strike="noStrike" kern="1200" cap="none" spc="0" baseline="0">
                <a:solidFill>
                  <a:schemeClr val="tx2"/>
                </a:solidFill>
                <a:latin typeface="Gill Sans MT" pitchFamily="0" charset="0"/>
                <a:ea typeface="华文中宋" pitchFamily="0" charset="0"/>
                <a:cs typeface="Lucida Sans"/>
              </a:rPr>
              <a:t> ( purple theme ), rounded borders, Shadows, and layout adjustments.</a:t>
            </a:r>
            <a:endParaRPr lang="en-US" altLang="zh-CN" sz="1700" b="0" i="0" u="none" strike="noStrike" kern="1200" cap="none" spc="0" baseline="0">
              <a:solidFill>
                <a:schemeClr val="tx2"/>
              </a:solidFill>
              <a:latin typeface="Gill Sans MT" pitchFamily="0" charset="0"/>
              <a:ea typeface="华文中宋" pitchFamily="0" charset="0"/>
              <a:cs typeface="Lucida Sans"/>
            </a:endParaRPr>
          </a:p>
          <a:p>
            <a:pPr marL="342900" indent="-342900" algn="l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Tx/>
              <a:buAutoNum type="arabicPeriod"/>
            </a:pPr>
            <a:r>
              <a:rPr lang="en-US" altLang="zh-CN" sz="1700" b="0" i="0" u="none" strike="noStrike" kern="1200" cap="none" spc="0" baseline="0">
                <a:solidFill>
                  <a:schemeClr val="tx2"/>
                </a:solidFill>
                <a:latin typeface="Gill Sans MT" pitchFamily="0" charset="0"/>
                <a:ea typeface="华文中宋" pitchFamily="0" charset="0"/>
                <a:cs typeface="Lucida Sans"/>
              </a:rPr>
              <a:t>JavaScript – implemented smooth scrolling effect for interactive navigation between sections.</a:t>
            </a:r>
            <a:endParaRPr lang="en-US" altLang="zh-CN" sz="1700" b="0" i="0" u="none" strike="noStrike" kern="1200" cap="none" spc="0" baseline="0">
              <a:solidFill>
                <a:schemeClr val="tx2"/>
              </a:solidFill>
              <a:latin typeface="Gill Sans MT" pitchFamily="0" charset="0"/>
              <a:ea typeface="华文中宋" pitchFamily="0" charset="0"/>
              <a:cs typeface="Lucida Sans"/>
            </a:endParaRPr>
          </a:p>
          <a:p>
            <a:pPr marL="342900" indent="-342900" algn="l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Tx/>
              <a:buAutoNum type="arabicPeriod"/>
            </a:pPr>
            <a:r>
              <a:rPr lang="en-US" altLang="zh-CN" sz="1700" b="0" i="0" u="none" strike="noStrike" kern="1200" cap="none" spc="0" baseline="0">
                <a:solidFill>
                  <a:schemeClr val="tx2"/>
                </a:solidFill>
                <a:latin typeface="Gill Sans MT" pitchFamily="0" charset="0"/>
                <a:ea typeface="华文中宋" pitchFamily="0" charset="0"/>
                <a:cs typeface="Lucida Sans"/>
              </a:rPr>
              <a:t>Responsive Design – used flexible styling (like  object- fit, border – radius, box- Shadow) to make the site user- friendly and visually appealing.</a:t>
            </a:r>
            <a:endParaRPr lang="zh-CN" altLang="en-US" sz="1700" b="0" i="0" u="none" strike="noStrike" kern="1200" cap="none" spc="0" baseline="0">
              <a:solidFill>
                <a:schemeClr val="tx2"/>
              </a:solidFill>
              <a:latin typeface="Gill Sans MT" pitchFamily="0" charset="0"/>
              <a:ea typeface="华文中宋" pitchFamily="0" charset="0"/>
              <a:cs typeface="Lucida Sans"/>
            </a:endParaRPr>
          </a:p>
        </p:txBody>
      </p:sp>
      <p:sp>
        <p:nvSpPr>
          <p:cNvPr id="47" name="文本框"/>
          <p:cNvSpPr>
            <a:spLocks noGrp="1"/>
          </p:cNvSpPr>
          <p:nvPr>
            <p:ph type="body" idx="2"/>
          </p:nvPr>
        </p:nvSpPr>
        <p:spPr>
          <a:xfrm rot="0">
            <a:off x="581194" y="2926051"/>
            <a:ext cx="5393099" cy="293499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342900" indent="-342900" algn="l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Tx/>
              <a:buAutoNum type="arabicPeriod"/>
            </a:pPr>
            <a:r>
              <a:rPr lang="en-US" altLang="zh-CN" sz="1700" b="0" i="0" u="none" strike="noStrike" kern="1200" cap="none" spc="0" baseline="0">
                <a:solidFill>
                  <a:schemeClr val="tx2"/>
                </a:solidFill>
                <a:latin typeface="Gill Sans MT" pitchFamily="0" charset="0"/>
                <a:ea typeface="华文中宋" pitchFamily="0" charset="0"/>
                <a:cs typeface="Lucida Sans"/>
              </a:rPr>
              <a:t>Visual Studio Code ( VS Code)- Code editor for writing on testing HTML, CSS, and JavaScript.</a:t>
            </a:r>
            <a:endParaRPr lang="en-US" altLang="zh-CN" sz="1700" b="0" i="0" u="none" strike="noStrike" kern="1200" cap="none" spc="0" baseline="0">
              <a:solidFill>
                <a:schemeClr val="tx2"/>
              </a:solidFill>
              <a:latin typeface="Gill Sans MT" pitchFamily="0" charset="0"/>
              <a:ea typeface="华文中宋" pitchFamily="0" charset="0"/>
              <a:cs typeface="Lucida Sans"/>
            </a:endParaRPr>
          </a:p>
          <a:p>
            <a:pPr marL="342900" indent="-342900" algn="l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Tx/>
              <a:buAutoNum type="arabicPeriod"/>
            </a:pPr>
            <a:r>
              <a:rPr lang="en-US" altLang="zh-CN" sz="1700" b="0" i="0" u="none" strike="noStrike" kern="1200" cap="none" spc="0" baseline="0">
                <a:solidFill>
                  <a:schemeClr val="tx2"/>
                </a:solidFill>
                <a:latin typeface="Gill Sans MT" pitchFamily="0" charset="0"/>
                <a:ea typeface="华文中宋" pitchFamily="0" charset="0"/>
                <a:cs typeface="Lucida Sans"/>
              </a:rPr>
              <a:t>Web Browser (Chrome/Edge/</a:t>
            </a:r>
            <a:r>
              <a:rPr lang="en-US" altLang="zh-CN" sz="1700" b="0" i="0" u="none" strike="noStrike" kern="1200" cap="none" spc="0" baseline="0">
                <a:solidFill>
                  <a:schemeClr val="tx2"/>
                </a:solidFill>
                <a:latin typeface="Gill Sans MT" pitchFamily="0" charset="0"/>
                <a:ea typeface="华文中宋" pitchFamily="0" charset="0"/>
                <a:cs typeface="Lucida Sans"/>
              </a:rPr>
              <a:t>FireFox</a:t>
            </a:r>
            <a:r>
              <a:rPr lang="en-US" altLang="zh-CN" sz="1700" b="0" i="0" u="none" strike="noStrike" kern="1200" cap="none" spc="0" baseline="0">
                <a:solidFill>
                  <a:schemeClr val="tx2"/>
                </a:solidFill>
                <a:latin typeface="Gill Sans MT" pitchFamily="0" charset="0"/>
                <a:ea typeface="华文中宋" pitchFamily="0" charset="0"/>
                <a:cs typeface="Lucida Sans"/>
              </a:rPr>
              <a:t>) - To run and test the portfolio website.</a:t>
            </a:r>
            <a:endParaRPr lang="en-US" altLang="zh-CN" sz="1700" b="0" i="0" u="none" strike="noStrike" kern="1200" cap="none" spc="0" baseline="0">
              <a:solidFill>
                <a:schemeClr val="tx2"/>
              </a:solidFill>
              <a:latin typeface="Gill Sans MT" pitchFamily="0" charset="0"/>
              <a:ea typeface="华文中宋" pitchFamily="0" charset="0"/>
              <a:cs typeface="Lucida Sans"/>
            </a:endParaRPr>
          </a:p>
          <a:p>
            <a:pPr marL="342900" indent="-342900" algn="l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Tx/>
              <a:buAutoNum type="arabicPeriod"/>
            </a:pPr>
            <a:r>
              <a:rPr lang="en-US" altLang="zh-CN" sz="1700" b="0" i="0" u="none" strike="noStrike" kern="1200" cap="none" spc="0" baseline="0">
                <a:solidFill>
                  <a:schemeClr val="tx2"/>
                </a:solidFill>
                <a:latin typeface="Gill Sans MT" pitchFamily="0" charset="0"/>
                <a:ea typeface="华文中宋" pitchFamily="0" charset="0"/>
                <a:cs typeface="Lucida Sans"/>
              </a:rPr>
              <a:t>PowerPoint – For presenting the project details.</a:t>
            </a:r>
            <a:endParaRPr lang="zh-CN" altLang="en-US" sz="1700" b="0" i="0" u="none" strike="noStrike" kern="1200" cap="none" spc="0" baseline="0">
              <a:solidFill>
                <a:schemeClr val="tx2"/>
              </a:solidFill>
              <a:latin typeface="Gill Sans MT" pitchFamily="0" charset="0"/>
              <a:ea typeface="华文中宋" pitchFamily="0" charset="0"/>
              <a:cs typeface="Lucida Sans"/>
            </a:endParaRPr>
          </a:p>
        </p:txBody>
      </p:sp>
    </p:spTree>
    <p:extLst>
      <p:ext uri="{BB962C8B-B14F-4D97-AF65-F5344CB8AC3E}">
        <p14:creationId xmlns:p14="http://schemas.microsoft.com/office/powerpoint/2010/main" val="898877662"/>
      </p:ext>
    </p:extLst>
  </p:cSld>
  <p:clrMapOvr>
    <a:masterClrMapping/>
  </p:clrMapOvr>
  <p:transition spd="slow">
    <p:strips dir="ru"/>
  </p:transition>
</p:sld>
</file>

<file path=ppt/slides/slide8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文本框"/>
          <p:cNvSpPr>
            <a:spLocks noGrp="1"/>
          </p:cNvSpPr>
          <p:nvPr>
            <p:ph type="title"/>
          </p:nvPr>
        </p:nvSpPr>
        <p:spPr>
          <a:xfrm rot="0">
            <a:off x="581193" y="729658"/>
            <a:ext cx="11029616" cy="98833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400" b="0" i="0" u="none" strike="noStrike" kern="1200" cap="all" spc="0" baseline="0">
                <a:solidFill>
                  <a:schemeClr val="bg1"/>
                </a:solidFill>
                <a:latin typeface="Gill Sans MT" pitchFamily="0" charset="0"/>
                <a:ea typeface="华文中宋" pitchFamily="0" charset="0"/>
                <a:cs typeface="Lucida Sans"/>
              </a:rPr>
              <a:t>       </a:t>
            </a:r>
            <a:r>
              <a:rPr lang="en-US" altLang="zh-CN" sz="4400" b="0" i="0" u="none" strike="noStrike" kern="1200" cap="all" spc="0" baseline="0">
                <a:solidFill>
                  <a:schemeClr val="bg1"/>
                </a:solidFill>
                <a:latin typeface="Gill Sans MT" pitchFamily="0" charset="0"/>
                <a:ea typeface="华文中宋" pitchFamily="0" charset="0"/>
                <a:cs typeface="Lucida Sans"/>
              </a:rPr>
              <a:t>P̲o̲r̲t̲f̲o̲l̲i̲o</a:t>
            </a:r>
            <a:r>
              <a:rPr lang="en-US" altLang="zh-CN" sz="4400" b="0" i="0" u="none" strike="noStrike" kern="1200" cap="all" spc="0" baseline="0">
                <a:solidFill>
                  <a:schemeClr val="bg1"/>
                </a:solidFill>
                <a:latin typeface="Gill Sans MT" pitchFamily="0" charset="0"/>
                <a:ea typeface="华文中宋" pitchFamily="0" charset="0"/>
                <a:cs typeface="Lucida Sans"/>
              </a:rPr>
              <a:t>̲ </a:t>
            </a:r>
            <a:r>
              <a:rPr lang="en-US" altLang="zh-CN" sz="4400" b="0" i="0" u="none" strike="noStrike" kern="1200" cap="all" spc="0" baseline="0">
                <a:solidFill>
                  <a:schemeClr val="bg1"/>
                </a:solidFill>
                <a:latin typeface="Gill Sans MT" pitchFamily="0" charset="0"/>
                <a:ea typeface="华文中宋" pitchFamily="0" charset="0"/>
                <a:cs typeface="Lucida Sans"/>
              </a:rPr>
              <a:t>d̲e̲s̲i̲g̲n</a:t>
            </a:r>
            <a:r>
              <a:rPr lang="en-US" altLang="zh-CN" sz="4400" b="0" i="0" u="none" strike="noStrike" kern="1200" cap="all" spc="0" baseline="0">
                <a:solidFill>
                  <a:schemeClr val="bg1"/>
                </a:solidFill>
                <a:latin typeface="Gill Sans MT" pitchFamily="0" charset="0"/>
                <a:ea typeface="华文中宋" pitchFamily="0" charset="0"/>
                <a:cs typeface="Lucida Sans"/>
              </a:rPr>
              <a:t>̲ </a:t>
            </a:r>
            <a:r>
              <a:rPr lang="en-US" altLang="zh-CN" sz="4400" b="0" i="0" u="none" strike="noStrike" kern="1200" cap="all" spc="0" baseline="0">
                <a:solidFill>
                  <a:schemeClr val="bg1"/>
                </a:solidFill>
                <a:latin typeface="Gill Sans MT" pitchFamily="0" charset="0"/>
                <a:ea typeface="华文中宋" pitchFamily="0" charset="0"/>
                <a:cs typeface="Lucida Sans"/>
              </a:rPr>
              <a:t>a̲n̲d</a:t>
            </a:r>
            <a:r>
              <a:rPr lang="en-US" altLang="zh-CN" sz="4400" b="0" i="0" u="none" strike="noStrike" kern="1200" cap="all" spc="0" baseline="0">
                <a:solidFill>
                  <a:schemeClr val="bg1"/>
                </a:solidFill>
                <a:latin typeface="Gill Sans MT" pitchFamily="0" charset="0"/>
                <a:ea typeface="华文中宋" pitchFamily="0" charset="0"/>
                <a:cs typeface="Lucida Sans"/>
              </a:rPr>
              <a:t>̲ </a:t>
            </a:r>
            <a:r>
              <a:rPr lang="en-US" altLang="zh-CN" sz="4400" b="0" i="0" u="none" strike="noStrike" kern="1200" cap="all" spc="0" baseline="0">
                <a:solidFill>
                  <a:schemeClr val="bg1"/>
                </a:solidFill>
                <a:latin typeface="Gill Sans MT" pitchFamily="0" charset="0"/>
                <a:ea typeface="华文中宋" pitchFamily="0" charset="0"/>
                <a:cs typeface="Lucida Sans"/>
              </a:rPr>
              <a:t>l̲a̲y̲o̲u̲t</a:t>
            </a:r>
            <a:r>
              <a:rPr lang="en-US" altLang="zh-CN" sz="4400" b="0" i="0" u="none" strike="noStrike" kern="1200" cap="all" spc="0" baseline="0">
                <a:solidFill>
                  <a:schemeClr val="bg1"/>
                </a:solidFill>
                <a:latin typeface="Gill Sans MT" pitchFamily="0" charset="0"/>
                <a:ea typeface="华文中宋" pitchFamily="0" charset="0"/>
                <a:cs typeface="Lucida Sans"/>
              </a:rPr>
              <a:t>̲</a:t>
            </a:r>
            <a:endParaRPr lang="zh-CN" altLang="en-US" sz="4400" b="0" i="0" u="none" strike="noStrike" kern="1200" cap="all" spc="0" baseline="0">
              <a:solidFill>
                <a:schemeClr val="bg1"/>
              </a:solidFill>
              <a:latin typeface="Gill Sans MT" pitchFamily="0" charset="0"/>
              <a:ea typeface="华文中宋" pitchFamily="0" charset="0"/>
              <a:cs typeface="Lucida Sans"/>
            </a:endParaRPr>
          </a:p>
        </p:txBody>
      </p:sp>
      <p:sp>
        <p:nvSpPr>
          <p:cNvPr id="49" name="文本框"/>
          <p:cNvSpPr>
            <a:spLocks noGrp="1"/>
          </p:cNvSpPr>
          <p:nvPr>
            <p:ph type="body" idx="1"/>
          </p:nvPr>
        </p:nvSpPr>
        <p:spPr>
          <a:xfrm rot="0">
            <a:off x="887218" y="2250892"/>
            <a:ext cx="5087074" cy="53600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None/>
            </a:pPr>
            <a:r>
              <a:rPr lang="zh-CN" altLang="en-US" sz="2200" b="0" i="0" u="none" strike="noStrike" kern="1200" cap="none" spc="0" baseline="0">
                <a:solidFill>
                  <a:schemeClr val="accent2"/>
                </a:solidFill>
                <a:latin typeface="Gill Sans MT" pitchFamily="0" charset="0"/>
                <a:ea typeface="华文中宋" pitchFamily="0" charset="0"/>
                <a:cs typeface="Lucida Sans"/>
              </a:rPr>
              <a:t>𝗗𝗲𝘀𝗶𝗴𝗻 𝗘𝗹𝗲𝗺𝗲𝗻𝘁𝘀 ( 𝗳𝗿𝗼𝗺 𝗖𝗦𝗦 𝗰𝗼𝗱𝗲 ) :</a:t>
            </a:r>
            <a:endParaRPr lang="zh-CN" altLang="en-US" sz="2200" b="0" i="0" u="none" strike="noStrike" kern="1200" cap="none" spc="0" baseline="0">
              <a:solidFill>
                <a:schemeClr val="accent2"/>
              </a:solidFill>
              <a:latin typeface="Gill Sans MT" pitchFamily="0" charset="0"/>
              <a:ea typeface="华文中宋" pitchFamily="0" charset="0"/>
              <a:cs typeface="Lucida Sans"/>
            </a:endParaRPr>
          </a:p>
        </p:txBody>
      </p:sp>
      <p:sp>
        <p:nvSpPr>
          <p:cNvPr id="50" name="文本框"/>
          <p:cNvSpPr>
            <a:spLocks noGrp="1"/>
          </p:cNvSpPr>
          <p:nvPr>
            <p:ph type="body" idx="2"/>
          </p:nvPr>
        </p:nvSpPr>
        <p:spPr>
          <a:xfrm rot="0">
            <a:off x="581194" y="2926051"/>
            <a:ext cx="5393099" cy="293499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305943" indent="-305943" algn="l">
              <a:lnSpc>
                <a:spcPct val="8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itchFamily="18" charset="2"/>
              <a:buChar char=""/>
            </a:pPr>
            <a:r>
              <a:rPr lang="en-US" altLang="zh-CN" sz="1500" b="1" i="0" u="none" strike="noStrike" kern="1200" cap="none" spc="0" baseline="0">
                <a:solidFill>
                  <a:schemeClr val="tx2"/>
                </a:solidFill>
                <a:latin typeface="Gill Sans MT" pitchFamily="0" charset="0"/>
                <a:ea typeface="华文中宋" pitchFamily="0" charset="0"/>
                <a:cs typeface="Lucida Sans"/>
              </a:rPr>
              <a:t>Purple Theme </a:t>
            </a:r>
            <a:r>
              <a:rPr lang="en-US" altLang="zh-CN" sz="1500" b="0" i="0" u="none" strike="noStrike" kern="1200" cap="none" spc="0" baseline="0">
                <a:solidFill>
                  <a:schemeClr val="tx2"/>
                </a:solidFill>
                <a:latin typeface="Gill Sans MT" pitchFamily="0" charset="0"/>
                <a:ea typeface="华文中宋" pitchFamily="0" charset="0"/>
                <a:cs typeface="Lucida Sans"/>
              </a:rPr>
              <a:t> : Backgrounds styled with background –  colour : #8a1994 ( header ) and #fd73bf (body).</a:t>
            </a:r>
            <a:endParaRPr lang="en-US" altLang="zh-CN" sz="1500" b="0" i="0" u="none" strike="noStrike" kern="1200" cap="none" spc="0" baseline="0">
              <a:solidFill>
                <a:schemeClr val="tx2"/>
              </a:solidFill>
              <a:latin typeface="Gill Sans MT" pitchFamily="0" charset="0"/>
              <a:ea typeface="华文中宋" pitchFamily="0" charset="0"/>
              <a:cs typeface="Lucida Sans"/>
            </a:endParaRPr>
          </a:p>
          <a:p>
            <a:pPr marL="305943" indent="-305943" algn="l">
              <a:lnSpc>
                <a:spcPct val="8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itchFamily="18" charset="2"/>
              <a:buChar char=""/>
            </a:pPr>
            <a:r>
              <a:rPr lang="en-US" altLang="zh-CN" sz="1500" b="1" i="0" u="none" strike="noStrike" kern="1200" cap="none" spc="0" baseline="0">
                <a:solidFill>
                  <a:schemeClr val="tx2"/>
                </a:solidFill>
                <a:latin typeface="Gill Sans MT" pitchFamily="0" charset="0"/>
                <a:ea typeface="华文中宋" pitchFamily="0" charset="0"/>
                <a:cs typeface="Lucida Sans"/>
              </a:rPr>
              <a:t>Rounded Corners &amp; Shadows : </a:t>
            </a:r>
            <a:r>
              <a:rPr lang="en-US" altLang="zh-CN" sz="1500" b="0" i="0" u="none" strike="noStrike" kern="1200" cap="none" spc="0" baseline="0">
                <a:solidFill>
                  <a:schemeClr val="tx2"/>
                </a:solidFill>
                <a:latin typeface="Gill Sans MT" pitchFamily="0" charset="0"/>
                <a:ea typeface="华文中宋" pitchFamily="0" charset="0"/>
                <a:cs typeface="Lucida Sans"/>
              </a:rPr>
              <a:t>border-radius and box-shadow used for sections to give a chard- like effect .</a:t>
            </a:r>
            <a:endParaRPr lang="en-US" altLang="zh-CN" sz="1500" b="0" i="0" u="none" strike="noStrike" kern="1200" cap="none" spc="0" baseline="0">
              <a:solidFill>
                <a:schemeClr val="tx2"/>
              </a:solidFill>
              <a:latin typeface="Gill Sans MT" pitchFamily="0" charset="0"/>
              <a:ea typeface="华文中宋" pitchFamily="0" charset="0"/>
              <a:cs typeface="Lucida Sans"/>
            </a:endParaRPr>
          </a:p>
          <a:p>
            <a:pPr marL="305943" indent="-305943" algn="l">
              <a:lnSpc>
                <a:spcPct val="8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itchFamily="18" charset="2"/>
              <a:buChar char=""/>
            </a:pPr>
            <a:r>
              <a:rPr lang="en-US" altLang="zh-CN" sz="1500" b="1" i="0" u="none" strike="noStrike" kern="1200" cap="none" spc="0" baseline="0">
                <a:solidFill>
                  <a:schemeClr val="tx2"/>
                </a:solidFill>
                <a:latin typeface="Gill Sans MT" pitchFamily="0" charset="0"/>
                <a:ea typeface="华文中宋" pitchFamily="0" charset="0"/>
                <a:cs typeface="Lucida Sans"/>
              </a:rPr>
              <a:t>Typography : </a:t>
            </a:r>
            <a:r>
              <a:rPr lang="en-US" altLang="zh-CN" sz="1500" b="0" i="0" u="none" strike="noStrike" kern="1200" cap="none" spc="0" baseline="0">
                <a:solidFill>
                  <a:schemeClr val="tx2"/>
                </a:solidFill>
                <a:latin typeface="Gill Sans MT" pitchFamily="0" charset="0"/>
                <a:ea typeface="华文中宋" pitchFamily="0" charset="0"/>
                <a:cs typeface="Lucida Sans"/>
              </a:rPr>
              <a:t>font-family : Arial, sans-serif for a clean and modern look.</a:t>
            </a:r>
            <a:endParaRPr lang="en-US" altLang="zh-CN" sz="1500" b="0" i="0" u="none" strike="noStrike" kern="1200" cap="none" spc="0" baseline="0">
              <a:solidFill>
                <a:schemeClr val="tx2"/>
              </a:solidFill>
              <a:latin typeface="Gill Sans MT" pitchFamily="0" charset="0"/>
              <a:ea typeface="华文中宋" pitchFamily="0" charset="0"/>
              <a:cs typeface="Lucida Sans"/>
            </a:endParaRPr>
          </a:p>
          <a:p>
            <a:pPr marL="305943" indent="-305943" algn="l">
              <a:lnSpc>
                <a:spcPct val="8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itchFamily="18" charset="2"/>
              <a:buChar char=""/>
            </a:pPr>
            <a:r>
              <a:rPr lang="en-US" altLang="zh-CN" sz="1500" b="1" i="0" u="none" strike="noStrike" kern="1200" cap="none" spc="0" baseline="0">
                <a:solidFill>
                  <a:schemeClr val="tx2"/>
                </a:solidFill>
                <a:latin typeface="Gill Sans MT" pitchFamily="0" charset="0"/>
                <a:ea typeface="华文中宋" pitchFamily="0" charset="0"/>
                <a:cs typeface="Lucida Sans"/>
              </a:rPr>
              <a:t>Profile Section : </a:t>
            </a:r>
            <a:r>
              <a:rPr lang="en-US" altLang="zh-CN" sz="1500" b="0" i="0" u="none" strike="noStrike" kern="1200" cap="none" spc="0" baseline="0">
                <a:solidFill>
                  <a:schemeClr val="tx2"/>
                </a:solidFill>
                <a:latin typeface="Gill Sans MT" pitchFamily="0" charset="0"/>
                <a:ea typeface="华文中宋" pitchFamily="0" charset="0"/>
                <a:cs typeface="Lucida Sans"/>
              </a:rPr>
              <a:t>Header contains name, role, and an optional profile picture with border-radius : 75%. </a:t>
            </a:r>
            <a:endParaRPr lang="zh-CN" altLang="en-US" sz="1500" b="0" i="0" u="none" strike="noStrike" kern="1200" cap="none" spc="0" baseline="0">
              <a:solidFill>
                <a:schemeClr val="tx2"/>
              </a:solidFill>
              <a:latin typeface="Gill Sans MT" pitchFamily="0" charset="0"/>
              <a:ea typeface="华文中宋" pitchFamily="0" charset="0"/>
              <a:cs typeface="Lucida Sans"/>
            </a:endParaRPr>
          </a:p>
        </p:txBody>
      </p:sp>
      <p:sp>
        <p:nvSpPr>
          <p:cNvPr id="51" name="文本框"/>
          <p:cNvSpPr>
            <a:spLocks noGrp="1"/>
          </p:cNvSpPr>
          <p:nvPr>
            <p:ph type="body" idx="3"/>
          </p:nvPr>
        </p:nvSpPr>
        <p:spPr>
          <a:xfrm rot="0">
            <a:off x="6523735" y="2250892"/>
            <a:ext cx="5087072" cy="55337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None/>
            </a:pPr>
            <a:r>
              <a:rPr lang="zh-CN" altLang="en-US" sz="2200" b="0" i="0" u="none" strike="noStrike" kern="1200" cap="none" spc="0" baseline="0">
                <a:solidFill>
                  <a:schemeClr val="accent2"/>
                </a:solidFill>
                <a:latin typeface="Gill Sans MT" pitchFamily="0" charset="0"/>
                <a:ea typeface="华文中宋" pitchFamily="0" charset="0"/>
                <a:cs typeface="Lucida Sans"/>
              </a:rPr>
              <a:t>𝗟𝗮𝘆𝗼𝘂𝘁 ( 𝗳𝗿𝗼𝗺 𝗛𝗧𝗠𝗟 𝘀𝘁𝗿𝘂𝗰𝘁𝘂𝗿𝗲 ) :</a:t>
            </a:r>
            <a:endParaRPr lang="zh-CN" altLang="en-US" sz="2200" b="0" i="0" u="none" strike="noStrike" kern="1200" cap="none" spc="0" baseline="0">
              <a:solidFill>
                <a:schemeClr val="accent2"/>
              </a:solidFill>
              <a:latin typeface="Gill Sans MT" pitchFamily="0" charset="0"/>
              <a:ea typeface="华文中宋" pitchFamily="0" charset="0"/>
              <a:cs typeface="Lucida Sans"/>
            </a:endParaRPr>
          </a:p>
        </p:txBody>
      </p:sp>
      <p:sp>
        <p:nvSpPr>
          <p:cNvPr id="52" name="文本框"/>
          <p:cNvSpPr>
            <a:spLocks noGrp="1"/>
          </p:cNvSpPr>
          <p:nvPr>
            <p:ph type="body" idx="4"/>
          </p:nvPr>
        </p:nvSpPr>
        <p:spPr>
          <a:xfrm rot="0">
            <a:off x="6370721" y="2926051"/>
            <a:ext cx="5393100" cy="293499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305943" indent="-305943" algn="l">
              <a:lnSpc>
                <a:spcPct val="8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itchFamily="18" charset="2"/>
              <a:buChar char=""/>
            </a:pPr>
            <a:r>
              <a:rPr lang="en-US" altLang="zh-CN" sz="1500" b="0" i="0" u="none" strike="noStrike" kern="1200" cap="none" spc="0" baseline="0">
                <a:solidFill>
                  <a:schemeClr val="tx2"/>
                </a:solidFill>
                <a:latin typeface="Gill Sans MT" pitchFamily="0" charset="0"/>
                <a:ea typeface="华文中宋" pitchFamily="0" charset="0"/>
                <a:cs typeface="Lucida Sans"/>
              </a:rPr>
              <a:t>Header : Contains Name &amp; Title (“Student”).</a:t>
            </a:r>
            <a:endParaRPr lang="en-US" altLang="zh-CN" sz="1500" b="0" i="0" u="none" strike="noStrike" kern="1200" cap="none" spc="0" baseline="0">
              <a:solidFill>
                <a:schemeClr val="tx2"/>
              </a:solidFill>
              <a:latin typeface="Gill Sans MT" pitchFamily="0" charset="0"/>
              <a:ea typeface="华文中宋" pitchFamily="0" charset="0"/>
              <a:cs typeface="Lucida Sans"/>
            </a:endParaRPr>
          </a:p>
          <a:p>
            <a:pPr marL="305943" indent="-305943" algn="l">
              <a:lnSpc>
                <a:spcPct val="8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itchFamily="18" charset="2"/>
              <a:buChar char=""/>
            </a:pPr>
            <a:r>
              <a:rPr lang="en-US" altLang="zh-CN" sz="1500" b="1" i="0" u="none" strike="noStrike" kern="1200" cap="none" spc="0" baseline="0">
                <a:solidFill>
                  <a:schemeClr val="tx2"/>
                </a:solidFill>
                <a:latin typeface="Gill Sans MT" pitchFamily="0" charset="0"/>
                <a:ea typeface="华文中宋" pitchFamily="0" charset="0"/>
                <a:cs typeface="Lucida Sans"/>
              </a:rPr>
              <a:t>Navigation Bar : </a:t>
            </a:r>
            <a:r>
              <a:rPr lang="en-US" altLang="zh-CN" sz="1500" b="0" i="0" u="none" strike="noStrike" kern="1200" cap="none" spc="0" baseline="0">
                <a:solidFill>
                  <a:schemeClr val="tx2"/>
                </a:solidFill>
                <a:latin typeface="Gill Sans MT" pitchFamily="0" charset="0"/>
                <a:ea typeface="华文中宋" pitchFamily="0" charset="0"/>
                <a:cs typeface="Lucida Sans"/>
              </a:rPr>
              <a:t>Links to sections ( About, Education, Skills, Soft Skills, Resume )</a:t>
            </a:r>
            <a:r>
              <a:rPr lang="en-US" altLang="zh-CN" sz="1500" b="1" i="0" u="none" strike="noStrike" kern="1200" cap="none" spc="0" baseline="0">
                <a:solidFill>
                  <a:schemeClr val="tx2"/>
                </a:solidFill>
                <a:latin typeface="Gill Sans MT" pitchFamily="0" charset="0"/>
                <a:ea typeface="华文中宋" pitchFamily="0" charset="0"/>
                <a:cs typeface="Lucida Sans"/>
              </a:rPr>
              <a:t>.</a:t>
            </a:r>
            <a:endParaRPr lang="en-US" altLang="zh-CN" sz="1500" b="1" i="0" u="none" strike="noStrike" kern="1200" cap="none" spc="0" baseline="0">
              <a:solidFill>
                <a:schemeClr val="tx2"/>
              </a:solidFill>
              <a:latin typeface="Gill Sans MT" pitchFamily="0" charset="0"/>
              <a:ea typeface="华文中宋" pitchFamily="0" charset="0"/>
              <a:cs typeface="Lucida Sans"/>
            </a:endParaRPr>
          </a:p>
          <a:p>
            <a:pPr marL="305943" indent="-305943" algn="l">
              <a:lnSpc>
                <a:spcPct val="8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itchFamily="18" charset="2"/>
              <a:buChar char=""/>
            </a:pPr>
            <a:r>
              <a:rPr lang="en-US" altLang="zh-CN" sz="1500" b="1" i="0" u="none" strike="noStrike" kern="1200" cap="none" spc="0" baseline="0">
                <a:solidFill>
                  <a:schemeClr val="tx2"/>
                </a:solidFill>
                <a:latin typeface="Gill Sans MT" pitchFamily="0" charset="0"/>
                <a:ea typeface="华文中宋" pitchFamily="0" charset="0"/>
                <a:cs typeface="Lucida Sans"/>
              </a:rPr>
              <a:t>Section Layouts : </a:t>
            </a:r>
            <a:r>
              <a:rPr lang="en-US" altLang="zh-CN" sz="1500" b="0" i="0" u="none" strike="noStrike" kern="1200" cap="none" spc="0" baseline="0">
                <a:solidFill>
                  <a:schemeClr val="tx2"/>
                </a:solidFill>
                <a:latin typeface="Gill Sans MT" pitchFamily="0" charset="0"/>
                <a:ea typeface="华文中宋" pitchFamily="0" charset="0"/>
                <a:cs typeface="Lucida Sans"/>
              </a:rPr>
              <a:t>Each section (&lt;section&gt;) holds specific content inside. Section – content with padding and margins.</a:t>
            </a:r>
            <a:endParaRPr lang="en-US" altLang="zh-CN" sz="1500" b="0" i="0" u="none" strike="noStrike" kern="1200" cap="none" spc="0" baseline="0">
              <a:solidFill>
                <a:schemeClr val="tx2"/>
              </a:solidFill>
              <a:latin typeface="Gill Sans MT" pitchFamily="0" charset="0"/>
              <a:ea typeface="华文中宋" pitchFamily="0" charset="0"/>
              <a:cs typeface="Lucida Sans"/>
            </a:endParaRPr>
          </a:p>
          <a:p>
            <a:pPr marL="305943" indent="-305943" algn="l">
              <a:lnSpc>
                <a:spcPct val="8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itchFamily="18" charset="2"/>
              <a:buChar char=""/>
            </a:pPr>
            <a:r>
              <a:rPr lang="en-US" altLang="zh-CN" sz="1500" b="1" i="0" u="none" strike="noStrike" kern="1200" cap="none" spc="0" baseline="0">
                <a:solidFill>
                  <a:schemeClr val="tx2"/>
                </a:solidFill>
                <a:latin typeface="Gill Sans MT" pitchFamily="0" charset="0"/>
                <a:ea typeface="华文中宋" pitchFamily="0" charset="0"/>
                <a:cs typeface="Lucida Sans"/>
              </a:rPr>
              <a:t>Resume Section : </a:t>
            </a:r>
            <a:r>
              <a:rPr lang="en-US" altLang="zh-CN" sz="1500" b="0" i="0" u="none" strike="noStrike" kern="1200" cap="none" spc="0" baseline="0">
                <a:solidFill>
                  <a:schemeClr val="tx2"/>
                </a:solidFill>
                <a:latin typeface="Gill Sans MT" pitchFamily="0" charset="0"/>
                <a:ea typeface="华文中宋" pitchFamily="0" charset="0"/>
                <a:cs typeface="Lucida Sans"/>
              </a:rPr>
              <a:t>Include a Download CV option (&lt;a </a:t>
            </a:r>
            <a:endParaRPr lang="en-US" altLang="zh-CN" sz="1500" b="0" i="0" u="none" strike="noStrike" kern="1200" cap="none" spc="0" baseline="0">
              <a:solidFill>
                <a:schemeClr val="tx2"/>
              </a:solidFill>
              <a:latin typeface="Gill Sans MT" pitchFamily="0" charset="0"/>
              <a:ea typeface="华文中宋" pitchFamily="0" charset="0"/>
              <a:cs typeface="Lucida Sans"/>
            </a:endParaRPr>
          </a:p>
          <a:p>
            <a:pPr marL="0" indent="0" algn="l">
              <a:lnSpc>
                <a:spcPct val="80000"/>
              </a:lnSpc>
              <a:spcBef>
                <a:spcPct val="20000"/>
              </a:spcBef>
              <a:spcAft>
                <a:spcPts val="600"/>
              </a:spcAft>
              <a:buNone/>
            </a:pPr>
            <a:r>
              <a:rPr lang="en-US" altLang="zh-CN" sz="1500" b="0" i="0" u="none" strike="noStrike" kern="1200" cap="none" spc="0" baseline="0">
                <a:solidFill>
                  <a:schemeClr val="tx2"/>
                </a:solidFill>
                <a:latin typeface="Gill Sans MT" pitchFamily="0" charset="0"/>
                <a:ea typeface="华文中宋" pitchFamily="0" charset="0"/>
                <a:cs typeface="Lucida Sans"/>
              </a:rPr>
              <a:t>       </a:t>
            </a:r>
            <a:r>
              <a:rPr lang="en-US" altLang="zh-CN" sz="1500" b="0" i="0" u="none" strike="noStrike" kern="1200" cap="none" spc="0" baseline="0">
                <a:solidFill>
                  <a:schemeClr val="tx2"/>
                </a:solidFill>
                <a:latin typeface="Gill Sans MT" pitchFamily="0" charset="0"/>
                <a:ea typeface="华文中宋" pitchFamily="0" charset="0"/>
                <a:cs typeface="Lucida Sans"/>
              </a:rPr>
              <a:t>href</a:t>
            </a:r>
            <a:r>
              <a:rPr lang="en-US" altLang="zh-CN" sz="1500" b="0" i="0" u="none" strike="noStrike" kern="1200" cap="none" spc="0" baseline="0">
                <a:solidFill>
                  <a:schemeClr val="tx2"/>
                </a:solidFill>
                <a:latin typeface="Gill Sans MT" pitchFamily="0" charset="0"/>
                <a:ea typeface="华文中宋" pitchFamily="0" charset="0"/>
                <a:cs typeface="Lucida Sans"/>
              </a:rPr>
              <a:t> =“resume. jpg</a:t>
            </a:r>
            <a:r>
              <a:rPr lang="en-US" altLang="zh-CN" sz="1500" b="1" i="0" u="none" strike="noStrike" kern="1200" cap="none" spc="0" baseline="0">
                <a:solidFill>
                  <a:schemeClr val="tx2"/>
                </a:solidFill>
                <a:latin typeface="Gill Sans MT" pitchFamily="0" charset="0"/>
                <a:ea typeface="华文中宋" pitchFamily="0" charset="0"/>
                <a:cs typeface="Lucida Sans"/>
              </a:rPr>
              <a:t>”&gt; </a:t>
            </a:r>
            <a:r>
              <a:rPr lang="en-US" altLang="zh-CN" sz="1500" b="0" i="0" u="none" strike="noStrike" kern="1200" cap="none" spc="0" baseline="0">
                <a:solidFill>
                  <a:schemeClr val="tx2"/>
                </a:solidFill>
                <a:latin typeface="Gill Sans MT" pitchFamily="0" charset="0"/>
                <a:ea typeface="华文中宋" pitchFamily="0" charset="0"/>
                <a:cs typeface="Lucida Sans"/>
              </a:rPr>
              <a:t>Download CV &lt;/a&gt;</a:t>
            </a:r>
            <a:r>
              <a:rPr lang="en-US" altLang="zh-CN" sz="1500" b="1" i="0" u="none" strike="noStrike" kern="1200" cap="none" spc="0" baseline="0">
                <a:solidFill>
                  <a:schemeClr val="tx2"/>
                </a:solidFill>
                <a:latin typeface="Gill Sans MT" pitchFamily="0" charset="0"/>
                <a:ea typeface="华文中宋" pitchFamily="0" charset="0"/>
                <a:cs typeface="Lucida Sans"/>
              </a:rPr>
              <a:t>).</a:t>
            </a:r>
            <a:endParaRPr lang="en-US" altLang="zh-CN" sz="1500" b="1" i="0" u="none" strike="noStrike" kern="1200" cap="none" spc="0" baseline="0">
              <a:solidFill>
                <a:schemeClr val="tx2"/>
              </a:solidFill>
              <a:latin typeface="Gill Sans MT" pitchFamily="0" charset="0"/>
              <a:ea typeface="华文中宋" pitchFamily="0" charset="0"/>
              <a:cs typeface="Lucida Sans"/>
            </a:endParaRPr>
          </a:p>
          <a:p>
            <a:pPr marL="305943" indent="-305943" algn="l">
              <a:lnSpc>
                <a:spcPct val="8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itchFamily="18" charset="2"/>
              <a:buChar char=""/>
            </a:pPr>
            <a:r>
              <a:rPr lang="en-US" altLang="zh-CN" sz="1500" b="1" i="0" u="none" strike="noStrike" kern="1200" cap="none" spc="0" baseline="0">
                <a:solidFill>
                  <a:schemeClr val="tx2"/>
                </a:solidFill>
                <a:latin typeface="Gill Sans MT" pitchFamily="0" charset="0"/>
                <a:ea typeface="华文中宋" pitchFamily="0" charset="0"/>
                <a:cs typeface="Lucida Sans"/>
              </a:rPr>
              <a:t>Footer : </a:t>
            </a:r>
            <a:r>
              <a:rPr lang="en-US" altLang="zh-CN" sz="1500" b="0" i="0" u="none" strike="noStrike" kern="1200" cap="none" spc="0" baseline="0">
                <a:solidFill>
                  <a:schemeClr val="tx2"/>
                </a:solidFill>
                <a:latin typeface="Gill Sans MT" pitchFamily="0" charset="0"/>
                <a:ea typeface="华文中宋" pitchFamily="0" charset="0"/>
                <a:cs typeface="Lucida Sans"/>
              </a:rPr>
              <a:t>Displays copyright.</a:t>
            </a:r>
            <a:endParaRPr lang="en-US" altLang="zh-CN" sz="1500" b="0" i="0" u="none" strike="noStrike" kern="1200" cap="none" spc="0" baseline="0">
              <a:solidFill>
                <a:schemeClr val="tx2"/>
              </a:solidFill>
              <a:latin typeface="Gill Sans MT" pitchFamily="0" charset="0"/>
              <a:ea typeface="华文中宋" pitchFamily="0" charset="0"/>
              <a:cs typeface="Lucida Sans"/>
            </a:endParaRPr>
          </a:p>
          <a:p>
            <a:pPr marL="305943" indent="-305943" algn="l">
              <a:lnSpc>
                <a:spcPct val="8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itchFamily="18" charset="2"/>
              <a:buChar char=""/>
            </a:pPr>
            <a:r>
              <a:rPr lang="en-US" altLang="zh-CN" sz="1500" b="1" i="0" u="none" strike="noStrike" kern="1200" cap="none" spc="0" baseline="0">
                <a:solidFill>
                  <a:schemeClr val="tx2"/>
                </a:solidFill>
                <a:latin typeface="Gill Sans MT" pitchFamily="0" charset="0"/>
                <a:ea typeface="华文中宋" pitchFamily="0" charset="0"/>
                <a:cs typeface="Lucida Sans"/>
              </a:rPr>
              <a:t>Smooth scrolling effect when clicking navigation links(</a:t>
            </a:r>
            <a:r>
              <a:rPr lang="en-US" altLang="zh-CN" sz="1500" b="0" i="0" u="none" strike="noStrike" kern="1200" cap="none" spc="0" baseline="0">
                <a:solidFill>
                  <a:schemeClr val="tx2"/>
                </a:solidFill>
                <a:latin typeface="Gill Sans MT" pitchFamily="0" charset="0"/>
                <a:ea typeface="华文中宋" pitchFamily="0" charset="0"/>
                <a:cs typeface="Lucida Sans"/>
              </a:rPr>
              <a:t>window. scrollTo ({behaviour : ‘ smooth ‘})).</a:t>
            </a:r>
            <a:endParaRPr lang="en-US" altLang="zh-CN" sz="1500" b="1" i="0" u="none" strike="noStrike" kern="1200" cap="none" spc="0" baseline="0">
              <a:solidFill>
                <a:schemeClr val="tx2"/>
              </a:solidFill>
              <a:latin typeface="Gill Sans MT" pitchFamily="0" charset="0"/>
              <a:ea typeface="华文中宋" pitchFamily="0" charset="0"/>
              <a:cs typeface="Lucida Sans"/>
            </a:endParaRPr>
          </a:p>
          <a:p>
            <a:pPr marL="0" indent="0" algn="l">
              <a:lnSpc>
                <a:spcPct val="80000"/>
              </a:lnSpc>
              <a:spcBef>
                <a:spcPct val="20000"/>
              </a:spcBef>
              <a:spcAft>
                <a:spcPts val="600"/>
              </a:spcAft>
              <a:buNone/>
            </a:pPr>
            <a:endParaRPr lang="en-US" altLang="zh-CN" sz="1500" b="1" i="0" u="none" strike="noStrike" kern="1200" cap="none" spc="0" baseline="0">
              <a:solidFill>
                <a:schemeClr val="tx2"/>
              </a:solidFill>
              <a:latin typeface="Gill Sans MT" pitchFamily="0" charset="0"/>
              <a:ea typeface="华文中宋" pitchFamily="0" charset="0"/>
              <a:cs typeface="Lucida Sans"/>
            </a:endParaRPr>
          </a:p>
          <a:p>
            <a:pPr marL="0" indent="0" algn="l">
              <a:lnSpc>
                <a:spcPct val="80000"/>
              </a:lnSpc>
              <a:spcBef>
                <a:spcPct val="20000"/>
              </a:spcBef>
              <a:spcAft>
                <a:spcPts val="600"/>
              </a:spcAft>
              <a:buNone/>
            </a:pPr>
            <a:endParaRPr lang="zh-CN" altLang="en-US" sz="1500" b="1" i="0" u="none" strike="noStrike" kern="1200" cap="none" spc="0" baseline="0">
              <a:solidFill>
                <a:schemeClr val="tx2"/>
              </a:solidFill>
              <a:latin typeface="Gill Sans MT" pitchFamily="0" charset="0"/>
              <a:ea typeface="华文中宋" pitchFamily="0" charset="0"/>
              <a:cs typeface="Lucida Sans"/>
            </a:endParaRPr>
          </a:p>
        </p:txBody>
      </p:sp>
    </p:spTree>
    <p:extLst>
      <p:ext uri="{BB962C8B-B14F-4D97-AF65-F5344CB8AC3E}">
        <p14:creationId xmlns:p14="http://schemas.microsoft.com/office/powerpoint/2010/main" val="1482063029"/>
      </p:ext>
    </p:extLst>
  </p:cSld>
  <p:clrMapOvr>
    <a:masterClrMapping/>
  </p:clrMapOvr>
  <p:transition spd="slow">
    <p:strips dir="ru"/>
  </p:transition>
</p:sld>
</file>

<file path=ppt/slides/slide9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文本框"/>
          <p:cNvSpPr>
            <a:spLocks noGrp="1"/>
          </p:cNvSpPr>
          <p:nvPr>
            <p:ph type="title"/>
          </p:nvPr>
        </p:nvSpPr>
        <p:spPr>
          <a:xfrm rot="0">
            <a:off x="581193" y="729658"/>
            <a:ext cx="11029616" cy="98833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800" b="0" i="0" u="none" strike="noStrike" kern="1200" cap="all" spc="0" baseline="0">
                <a:solidFill>
                  <a:schemeClr val="bg1"/>
                </a:solidFill>
                <a:latin typeface="Gill Sans MT" pitchFamily="0" charset="0"/>
                <a:ea typeface="华文中宋" pitchFamily="0" charset="0"/>
                <a:cs typeface="Lucida Sans"/>
              </a:rPr>
              <a:t>                         𝔽𝔼𝔸𝕋𝕌ℝ𝔼𝕊 𝔸ℕ𝔻 𝔽𝕌ℕℂ𝕋𝕀𝕆ℕ𝔸𝕃𝕀𝕋𝕀𝔼𝕊</a:t>
            </a:r>
            <a:endParaRPr lang="zh-CN" altLang="en-US" sz="2800" b="0" i="0" u="none" strike="noStrike" kern="1200" cap="all" spc="0" baseline="0">
              <a:solidFill>
                <a:schemeClr val="bg1"/>
              </a:solidFill>
              <a:latin typeface="Gill Sans MT" pitchFamily="0" charset="0"/>
              <a:ea typeface="华文中宋" pitchFamily="0" charset="0"/>
              <a:cs typeface="Lucida Sans"/>
            </a:endParaRPr>
          </a:p>
        </p:txBody>
      </p:sp>
      <p:sp>
        <p:nvSpPr>
          <p:cNvPr id="54" name="文本框"/>
          <p:cNvSpPr>
            <a:spLocks noGrp="1"/>
          </p:cNvSpPr>
          <p:nvPr>
            <p:ph type="body" idx="1"/>
          </p:nvPr>
        </p:nvSpPr>
        <p:spPr>
          <a:xfrm rot="0">
            <a:off x="887218" y="2250892"/>
            <a:ext cx="5087074" cy="53600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None/>
            </a:pPr>
            <a:r>
              <a:rPr lang="en-US" altLang="zh-CN" sz="2200" b="0" i="0" u="none" strike="noStrike" kern="1200" cap="none" spc="0" baseline="0">
                <a:solidFill>
                  <a:schemeClr val="accent2"/>
                </a:solidFill>
                <a:latin typeface="Gill Sans MT" pitchFamily="0" charset="0"/>
                <a:ea typeface="华文中宋" pitchFamily="0" charset="0"/>
                <a:cs typeface="Lucida Sans"/>
              </a:rPr>
              <a:t>Features (What it offers)</a:t>
            </a:r>
            <a:endParaRPr lang="zh-CN" altLang="en-US" sz="2200" b="0" i="0" u="none" strike="noStrike" kern="1200" cap="none" spc="0" baseline="0">
              <a:solidFill>
                <a:schemeClr val="accent2"/>
              </a:solidFill>
              <a:latin typeface="Gill Sans MT" pitchFamily="0" charset="0"/>
              <a:ea typeface="华文中宋" pitchFamily="0" charset="0"/>
              <a:cs typeface="Lucida Sans"/>
            </a:endParaRPr>
          </a:p>
        </p:txBody>
      </p:sp>
      <p:sp>
        <p:nvSpPr>
          <p:cNvPr id="55" name="文本框"/>
          <p:cNvSpPr>
            <a:spLocks noGrp="1"/>
          </p:cNvSpPr>
          <p:nvPr>
            <p:ph type="body" idx="2"/>
          </p:nvPr>
        </p:nvSpPr>
        <p:spPr>
          <a:xfrm rot="0">
            <a:off x="581194" y="2926051"/>
            <a:ext cx="5393099" cy="293499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0" indent="0" algn="l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None/>
            </a:pPr>
            <a:endParaRPr lang="en-US" altLang="zh-CN" sz="1500" b="1" i="0" u="none" strike="noStrike" kern="1200" cap="none" spc="0" baseline="0">
              <a:solidFill>
                <a:schemeClr val="tx2"/>
              </a:solidFill>
              <a:latin typeface="Gill Sans MT" pitchFamily="0" charset="0"/>
              <a:ea typeface="华文中宋" pitchFamily="0" charset="0"/>
              <a:cs typeface="Lucida Sans"/>
            </a:endParaRPr>
          </a:p>
          <a:p>
            <a:pPr marL="342900" indent="-342900" algn="l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Tx/>
              <a:buAutoNum type="arabicPeriod"/>
            </a:pPr>
            <a:endParaRPr lang="zh-CN" altLang="en-US" sz="1500" b="1" i="0" u="none" strike="noStrike" kern="1200" cap="none" spc="0" baseline="0">
              <a:solidFill>
                <a:schemeClr val="tx2"/>
              </a:solidFill>
              <a:latin typeface="Gill Sans MT" pitchFamily="0" charset="0"/>
              <a:ea typeface="华文中宋" pitchFamily="0" charset="0"/>
              <a:cs typeface="Lucida Sans"/>
            </a:endParaRPr>
          </a:p>
        </p:txBody>
      </p:sp>
      <p:sp>
        <p:nvSpPr>
          <p:cNvPr id="56" name="文本框"/>
          <p:cNvSpPr>
            <a:spLocks noGrp="1"/>
          </p:cNvSpPr>
          <p:nvPr>
            <p:ph type="body" idx="3"/>
          </p:nvPr>
        </p:nvSpPr>
        <p:spPr>
          <a:xfrm rot="0">
            <a:off x="6523735" y="2250892"/>
            <a:ext cx="5087072" cy="55337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None/>
            </a:pPr>
            <a:r>
              <a:rPr lang="en-US" altLang="zh-CN" sz="2200" b="0" i="0" u="none" strike="noStrike" kern="1200" cap="none" spc="0" baseline="0">
                <a:solidFill>
                  <a:schemeClr val="accent2"/>
                </a:solidFill>
                <a:latin typeface="Gill Sans MT" pitchFamily="0" charset="0"/>
                <a:ea typeface="华文中宋" pitchFamily="0" charset="0"/>
                <a:cs typeface="Lucida Sans"/>
              </a:rPr>
              <a:t>Functionalities (How it works)</a:t>
            </a:r>
            <a:endParaRPr lang="zh-CN" altLang="en-US" sz="2200" b="0" i="0" u="none" strike="noStrike" kern="1200" cap="none" spc="0" baseline="0">
              <a:solidFill>
                <a:schemeClr val="accent2"/>
              </a:solidFill>
              <a:latin typeface="Gill Sans MT" pitchFamily="0" charset="0"/>
              <a:ea typeface="华文中宋" pitchFamily="0" charset="0"/>
              <a:cs typeface="Lucida Sans"/>
            </a:endParaRPr>
          </a:p>
        </p:txBody>
      </p:sp>
      <p:sp>
        <p:nvSpPr>
          <p:cNvPr id="57" name="文本框"/>
          <p:cNvSpPr>
            <a:spLocks noGrp="1"/>
          </p:cNvSpPr>
          <p:nvPr>
            <p:ph type="body" idx="4"/>
          </p:nvPr>
        </p:nvSpPr>
        <p:spPr>
          <a:xfrm rot="0">
            <a:off x="581193" y="3211082"/>
            <a:ext cx="5393099" cy="293499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342900" indent="-342900" algn="l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Tx/>
              <a:buAutoNum type="arabicPeriod"/>
            </a:pPr>
            <a:r>
              <a:rPr lang="en-US" altLang="zh-CN" sz="1500" b="1" i="0" u="none" strike="noStrike" kern="1200" cap="none" spc="0" baseline="0">
                <a:solidFill>
                  <a:schemeClr val="tx2"/>
                </a:solidFill>
                <a:latin typeface="Gill Sans MT" pitchFamily="0" charset="0"/>
                <a:ea typeface="华文中宋" pitchFamily="0" charset="0"/>
                <a:cs typeface="Lucida Sans"/>
              </a:rPr>
              <a:t>Personalized Portfolio – </a:t>
            </a:r>
            <a:r>
              <a:rPr lang="en-US" altLang="zh-CN" sz="1500" b="0" i="0" u="none" strike="noStrike" kern="1200" cap="none" spc="0" baseline="0">
                <a:solidFill>
                  <a:schemeClr val="tx2"/>
                </a:solidFill>
                <a:latin typeface="Gill Sans MT" pitchFamily="0" charset="0"/>
                <a:ea typeface="华文中宋" pitchFamily="0" charset="0"/>
                <a:cs typeface="Lucida Sans"/>
              </a:rPr>
              <a:t>Displays student details (About me, Education, Skills, Soft skills ).</a:t>
            </a:r>
            <a:endParaRPr lang="en-US" altLang="zh-CN" sz="1500" b="0" i="0" u="none" strike="noStrike" kern="1200" cap="none" spc="0" baseline="0">
              <a:solidFill>
                <a:schemeClr val="tx2"/>
              </a:solidFill>
              <a:latin typeface="Gill Sans MT" pitchFamily="0" charset="0"/>
              <a:ea typeface="华文中宋" pitchFamily="0" charset="0"/>
              <a:cs typeface="Lucida Sans"/>
            </a:endParaRPr>
          </a:p>
          <a:p>
            <a:pPr marL="342900" indent="-342900" algn="l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Tx/>
              <a:buAutoNum type="arabicPeriod"/>
            </a:pPr>
            <a:r>
              <a:rPr lang="en-US" altLang="zh-CN" sz="1500" b="1" i="0" u="none" strike="noStrike" kern="1200" cap="none" spc="0" baseline="0">
                <a:solidFill>
                  <a:schemeClr val="tx2"/>
                </a:solidFill>
                <a:latin typeface="Gill Sans MT" pitchFamily="0" charset="0"/>
                <a:ea typeface="华文中宋" pitchFamily="0" charset="0"/>
                <a:cs typeface="Lucida Sans"/>
              </a:rPr>
              <a:t>Purple-Themed UI – </a:t>
            </a:r>
            <a:r>
              <a:rPr lang="en-US" altLang="zh-CN" sz="1500" b="0" i="0" u="none" strike="noStrike" kern="1200" cap="none" spc="0" baseline="0">
                <a:solidFill>
                  <a:schemeClr val="tx2"/>
                </a:solidFill>
                <a:latin typeface="Gill Sans MT" pitchFamily="0" charset="0"/>
                <a:ea typeface="华文中宋" pitchFamily="0" charset="0"/>
                <a:cs typeface="Lucida Sans"/>
              </a:rPr>
              <a:t>Attractive and modern </a:t>
            </a:r>
            <a:r>
              <a:rPr lang="en-US" altLang="zh-CN" sz="1500" b="0" i="0" u="none" strike="noStrike" kern="1200" cap="none" spc="0" baseline="0">
                <a:solidFill>
                  <a:schemeClr val="tx2"/>
                </a:solidFill>
                <a:latin typeface="Gill Sans MT" pitchFamily="0" charset="0"/>
                <a:ea typeface="华文中宋" pitchFamily="0" charset="0"/>
                <a:cs typeface="Lucida Sans"/>
              </a:rPr>
              <a:t>color</a:t>
            </a:r>
            <a:r>
              <a:rPr lang="en-US" altLang="zh-CN" sz="1500" b="0" i="0" u="none" strike="noStrike" kern="1200" cap="none" spc="0" baseline="0">
                <a:solidFill>
                  <a:schemeClr val="tx2"/>
                </a:solidFill>
                <a:latin typeface="Gill Sans MT" pitchFamily="0" charset="0"/>
                <a:ea typeface="华文中宋" pitchFamily="0" charset="0"/>
                <a:cs typeface="Lucida Sans"/>
              </a:rPr>
              <a:t> scheme (#8a1994, #fd73bf).</a:t>
            </a:r>
            <a:endParaRPr lang="en-US" altLang="zh-CN" sz="1500" b="0" i="0" u="none" strike="noStrike" kern="1200" cap="none" spc="0" baseline="0">
              <a:solidFill>
                <a:schemeClr val="tx2"/>
              </a:solidFill>
              <a:latin typeface="Gill Sans MT" pitchFamily="0" charset="0"/>
              <a:ea typeface="华文中宋" pitchFamily="0" charset="0"/>
              <a:cs typeface="Lucida Sans"/>
            </a:endParaRPr>
          </a:p>
          <a:p>
            <a:pPr marL="342900" indent="-342900" algn="l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Tx/>
              <a:buAutoNum type="arabicPeriod"/>
            </a:pPr>
            <a:r>
              <a:rPr lang="en-US" altLang="zh-CN" sz="1500" b="1" i="0" u="none" strike="noStrike" kern="1200" cap="none" spc="0" baseline="0">
                <a:solidFill>
                  <a:schemeClr val="tx2"/>
                </a:solidFill>
                <a:latin typeface="Gill Sans MT" pitchFamily="0" charset="0"/>
                <a:ea typeface="华文中宋" pitchFamily="0" charset="0"/>
                <a:cs typeface="Lucida Sans"/>
              </a:rPr>
              <a:t>Resume Download Option – </a:t>
            </a:r>
            <a:r>
              <a:rPr lang="en-US" altLang="zh-CN" sz="1500" b="0" i="0" u="none" strike="noStrike" kern="1200" cap="none" spc="0" baseline="0">
                <a:solidFill>
                  <a:schemeClr val="tx2"/>
                </a:solidFill>
                <a:latin typeface="Gill Sans MT" pitchFamily="0" charset="0"/>
                <a:ea typeface="华文中宋" pitchFamily="0" charset="0"/>
                <a:cs typeface="Lucida Sans"/>
              </a:rPr>
              <a:t>Provides a link (&lt;a </a:t>
            </a:r>
            <a:r>
              <a:rPr lang="en-US" altLang="zh-CN" sz="1500" b="0" i="0" u="none" strike="noStrike" kern="1200" cap="none" spc="0" baseline="0">
                <a:solidFill>
                  <a:schemeClr val="tx2"/>
                </a:solidFill>
                <a:latin typeface="Gill Sans MT" pitchFamily="0" charset="0"/>
                <a:ea typeface="华文中宋" pitchFamily="0" charset="0"/>
                <a:cs typeface="Lucida Sans"/>
              </a:rPr>
              <a:t>href</a:t>
            </a:r>
            <a:r>
              <a:rPr lang="en-US" altLang="zh-CN" sz="1500" b="0" i="0" u="none" strike="noStrike" kern="1200" cap="none" spc="0" baseline="0">
                <a:solidFill>
                  <a:schemeClr val="tx2"/>
                </a:solidFill>
                <a:latin typeface="Gill Sans MT" pitchFamily="0" charset="0"/>
                <a:ea typeface="华文中宋" pitchFamily="0" charset="0"/>
                <a:cs typeface="Lucida Sans"/>
              </a:rPr>
              <a:t>=“resume. jpg”&gt;Download CV&lt;/a&gt; to access the CV.</a:t>
            </a:r>
            <a:endParaRPr lang="en-US" altLang="zh-CN" sz="1500" b="0" i="0" u="none" strike="noStrike" kern="1200" cap="none" spc="0" baseline="0">
              <a:solidFill>
                <a:schemeClr val="tx2"/>
              </a:solidFill>
              <a:latin typeface="Gill Sans MT" pitchFamily="0" charset="0"/>
              <a:ea typeface="华文中宋" pitchFamily="0" charset="0"/>
              <a:cs typeface="Lucida Sans"/>
            </a:endParaRPr>
          </a:p>
          <a:p>
            <a:pPr marL="342900" indent="-342900" algn="l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Tx/>
              <a:buAutoNum type="arabicPeriod"/>
            </a:pPr>
            <a:r>
              <a:rPr lang="en-US" altLang="zh-CN" sz="1500" b="1" i="0" u="none" strike="noStrike" kern="1200" cap="none" spc="0" baseline="0">
                <a:solidFill>
                  <a:schemeClr val="tx2"/>
                </a:solidFill>
                <a:latin typeface="Gill Sans MT" pitchFamily="0" charset="0"/>
                <a:ea typeface="华文中宋" pitchFamily="0" charset="0"/>
                <a:cs typeface="Lucida Sans"/>
              </a:rPr>
              <a:t>Responsive Sections – </a:t>
            </a:r>
            <a:r>
              <a:rPr lang="en-US" altLang="zh-CN" sz="1500" b="0" i="0" u="none" strike="noStrike" kern="1200" cap="none" spc="0" baseline="0">
                <a:solidFill>
                  <a:schemeClr val="tx2"/>
                </a:solidFill>
                <a:latin typeface="Gill Sans MT" pitchFamily="0" charset="0"/>
                <a:ea typeface="华文中宋" pitchFamily="0" charset="0"/>
                <a:cs typeface="Lucida Sans"/>
              </a:rPr>
              <a:t>Each section is styled (. Section-content) with rounded corners and shadows for readability.</a:t>
            </a:r>
            <a:endParaRPr lang="en-US" altLang="zh-CN" sz="1500" b="0" i="0" u="none" strike="noStrike" kern="1200" cap="none" spc="0" baseline="0">
              <a:solidFill>
                <a:schemeClr val="tx2"/>
              </a:solidFill>
              <a:latin typeface="Gill Sans MT" pitchFamily="0" charset="0"/>
              <a:ea typeface="华文中宋" pitchFamily="0" charset="0"/>
              <a:cs typeface="Lucida Sans"/>
            </a:endParaRPr>
          </a:p>
          <a:p>
            <a:pPr marL="342900" indent="-342900" algn="l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Tx/>
              <a:buAutoNum type="arabicPeriod"/>
            </a:pPr>
            <a:r>
              <a:rPr lang="en-US" altLang="zh-CN" sz="1500" b="1" i="0" u="none" strike="noStrike" kern="1200" cap="none" spc="0" baseline="0">
                <a:solidFill>
                  <a:schemeClr val="tx2"/>
                </a:solidFill>
                <a:latin typeface="Gill Sans MT" pitchFamily="0" charset="0"/>
                <a:ea typeface="华文中宋" pitchFamily="0" charset="0"/>
                <a:cs typeface="Lucida Sans"/>
              </a:rPr>
              <a:t>Navigation Bar – </a:t>
            </a:r>
            <a:r>
              <a:rPr lang="en-US" altLang="zh-CN" sz="1500" b="0" i="0" u="none" strike="noStrike" kern="1200" cap="none" spc="0" baseline="0">
                <a:solidFill>
                  <a:schemeClr val="tx2"/>
                </a:solidFill>
                <a:latin typeface="Gill Sans MT" pitchFamily="0" charset="0"/>
                <a:ea typeface="华文中宋" pitchFamily="0" charset="0"/>
                <a:cs typeface="Lucida Sans"/>
              </a:rPr>
              <a:t>Easy access to different sections of the portfolio.</a:t>
            </a:r>
            <a:endParaRPr lang="en-US" altLang="zh-CN" sz="1500" b="1" i="0" u="none" strike="noStrike" kern="1200" cap="none" spc="0" baseline="0">
              <a:solidFill>
                <a:schemeClr val="tx2"/>
              </a:solidFill>
              <a:latin typeface="Gill Sans MT" pitchFamily="0" charset="0"/>
              <a:ea typeface="华文中宋" pitchFamily="0" charset="0"/>
              <a:cs typeface="Lucida Sans"/>
            </a:endParaRPr>
          </a:p>
          <a:p>
            <a:pPr marL="342900" indent="-342900" algn="l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Tx/>
              <a:buAutoNum type="arabicPeriod"/>
            </a:pPr>
            <a:endParaRPr lang="zh-CN" altLang="en-US" sz="1500" b="1" i="0" u="none" strike="noStrike" kern="1200" cap="none" spc="0" baseline="0">
              <a:solidFill>
                <a:schemeClr val="tx2"/>
              </a:solidFill>
              <a:latin typeface="Gill Sans MT" pitchFamily="0" charset="0"/>
              <a:ea typeface="华文中宋" pitchFamily="0" charset="0"/>
              <a:cs typeface="Lucida Sans"/>
            </a:endParaRPr>
          </a:p>
        </p:txBody>
      </p:sp>
      <p:sp>
        <p:nvSpPr>
          <p:cNvPr id="58" name="矩形"/>
          <p:cNvSpPr>
            <a:spLocks/>
          </p:cNvSpPr>
          <p:nvPr/>
        </p:nvSpPr>
        <p:spPr>
          <a:xfrm rot="0">
            <a:off x="6217706" y="3270429"/>
            <a:ext cx="5393099" cy="293499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342900" indent="-342900" algn="l" defTabSz="45720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Tx/>
              <a:buAutoNum type="arabicPeriod"/>
            </a:pPr>
            <a:r>
              <a:rPr lang="en-US" altLang="zh-CN" sz="1500" b="1" i="0" u="none" strike="noStrike" kern="1200" cap="none" spc="0" baseline="0">
                <a:solidFill>
                  <a:schemeClr val="tx2"/>
                </a:solidFill>
                <a:latin typeface="Gill Sans MT" pitchFamily="0" charset="0"/>
                <a:ea typeface="华文中宋" pitchFamily="0" charset="0"/>
                <a:cs typeface="Gill Sans MT" pitchFamily="0" charset="0"/>
              </a:rPr>
              <a:t>Smooth Scrolling </a:t>
            </a:r>
            <a:r>
              <a:rPr lang="en-US" altLang="zh-CN" sz="1500" b="0" i="0" u="none" strike="noStrike" kern="1200" cap="none" spc="0" baseline="0">
                <a:solidFill>
                  <a:schemeClr val="tx2"/>
                </a:solidFill>
                <a:latin typeface="Gill Sans MT" pitchFamily="0" charset="0"/>
                <a:ea typeface="华文中宋" pitchFamily="0" charset="0"/>
                <a:cs typeface="Gill Sans MT" pitchFamily="0" charset="0"/>
              </a:rPr>
              <a:t> – implemented in JavaScript for seamless navigation between sections.</a:t>
            </a:r>
            <a:endParaRPr lang="en-US" altLang="zh-CN" sz="1500" b="0" i="0" u="none" strike="noStrike" kern="1200" cap="none" spc="0" baseline="0">
              <a:solidFill>
                <a:schemeClr val="tx2"/>
              </a:solidFill>
              <a:latin typeface="Gill Sans MT" pitchFamily="0" charset="0"/>
              <a:ea typeface="华文中宋" pitchFamily="0" charset="0"/>
              <a:cs typeface="Gill Sans MT" pitchFamily="0" charset="0"/>
            </a:endParaRPr>
          </a:p>
          <a:p>
            <a:pPr marL="342900" indent="-342900" algn="l" defTabSz="45720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Tx/>
              <a:buAutoNum type="arabicPeriod"/>
            </a:pPr>
            <a:r>
              <a:rPr lang="en-US" altLang="zh-CN" sz="1500" b="1" i="0" u="none" strike="noStrike" kern="1200" cap="none" spc="0" baseline="0">
                <a:solidFill>
                  <a:schemeClr val="tx2"/>
                </a:solidFill>
                <a:latin typeface="Gill Sans MT" pitchFamily="0" charset="0"/>
                <a:ea typeface="华文中宋" pitchFamily="0" charset="0"/>
                <a:cs typeface="Gill Sans MT" pitchFamily="0" charset="0"/>
              </a:rPr>
              <a:t>Profile Picture option -</a:t>
            </a:r>
            <a:r>
              <a:rPr lang="en-US" altLang="zh-CN" sz="1500" b="0" i="0" u="none" strike="noStrike" kern="1200" cap="none" spc="0" baseline="0">
                <a:solidFill>
                  <a:schemeClr val="tx2"/>
                </a:solidFill>
                <a:latin typeface="Gill Sans MT" pitchFamily="0" charset="0"/>
                <a:ea typeface="华文中宋" pitchFamily="0" charset="0"/>
                <a:cs typeface="Gill Sans MT" pitchFamily="0" charset="0"/>
              </a:rPr>
              <a:t> circular design created with border-radius : 75% and object-fit : cover.</a:t>
            </a:r>
            <a:endParaRPr lang="en-US" altLang="zh-CN" sz="1500" b="0" i="0" u="none" strike="noStrike" kern="1200" cap="none" spc="0" baseline="0">
              <a:solidFill>
                <a:schemeClr val="tx2"/>
              </a:solidFill>
              <a:latin typeface="Gill Sans MT" pitchFamily="0" charset="0"/>
              <a:ea typeface="华文中宋" pitchFamily="0" charset="0"/>
              <a:cs typeface="Gill Sans MT" pitchFamily="0" charset="0"/>
            </a:endParaRPr>
          </a:p>
          <a:p>
            <a:pPr marL="342900" indent="-342900" algn="l" defTabSz="45720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Tx/>
              <a:buAutoNum type="arabicPeriod"/>
            </a:pPr>
            <a:r>
              <a:rPr lang="en-US" altLang="zh-CN" sz="1500" b="1" i="0" u="none" strike="noStrike" kern="1200" cap="none" spc="0" baseline="0">
                <a:solidFill>
                  <a:schemeClr val="tx2"/>
                </a:solidFill>
                <a:latin typeface="Gill Sans MT" pitchFamily="0" charset="0"/>
                <a:ea typeface="华文中宋" pitchFamily="0" charset="0"/>
                <a:cs typeface="Gill Sans MT" pitchFamily="0" charset="0"/>
              </a:rPr>
              <a:t>Interactive Links </a:t>
            </a:r>
            <a:r>
              <a:rPr lang="en-US" altLang="zh-CN" sz="1500" b="0" i="0" u="none" strike="noStrike" kern="1200" cap="none" spc="0" baseline="0">
                <a:solidFill>
                  <a:schemeClr val="tx2"/>
                </a:solidFill>
                <a:latin typeface="Gill Sans MT" pitchFamily="0" charset="0"/>
                <a:ea typeface="华文中宋" pitchFamily="0" charset="0"/>
                <a:cs typeface="Gill Sans MT" pitchFamily="0" charset="0"/>
              </a:rPr>
              <a:t> – Navigation links (&lt;a </a:t>
            </a:r>
            <a:r>
              <a:rPr lang="en-US" altLang="zh-CN" sz="1500" b="0" i="0" u="none" strike="noStrike" kern="1200" cap="none" spc="0" baseline="0">
                <a:solidFill>
                  <a:schemeClr val="tx2"/>
                </a:solidFill>
                <a:latin typeface="Gill Sans MT" pitchFamily="0" charset="0"/>
                <a:ea typeface="华文中宋" pitchFamily="0" charset="0"/>
                <a:cs typeface="Gill Sans MT" pitchFamily="0" charset="0"/>
              </a:rPr>
              <a:t>href</a:t>
            </a:r>
            <a:r>
              <a:rPr lang="en-US" altLang="zh-CN" sz="1500" b="0" i="0" u="none" strike="noStrike" kern="1200" cap="none" spc="0" baseline="0">
                <a:solidFill>
                  <a:schemeClr val="tx2"/>
                </a:solidFill>
                <a:latin typeface="Gill Sans MT" pitchFamily="0" charset="0"/>
                <a:ea typeface="华文中宋" pitchFamily="0" charset="0"/>
                <a:cs typeface="Gill Sans MT" pitchFamily="0" charset="0"/>
              </a:rPr>
              <a:t>=“#section”&gt;)scroll to respective sections dynamically.</a:t>
            </a:r>
            <a:endParaRPr lang="en-US" altLang="zh-CN" sz="1500" b="0" i="0" u="none" strike="noStrike" kern="1200" cap="none" spc="0" baseline="0">
              <a:solidFill>
                <a:schemeClr val="tx2"/>
              </a:solidFill>
              <a:latin typeface="Gill Sans MT" pitchFamily="0" charset="0"/>
              <a:ea typeface="华文中宋" pitchFamily="0" charset="0"/>
              <a:cs typeface="Gill Sans MT" pitchFamily="0" charset="0"/>
            </a:endParaRPr>
          </a:p>
          <a:p>
            <a:pPr marL="342900" indent="-342900" algn="l" defTabSz="45720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Tx/>
              <a:buAutoNum type="arabicPeriod"/>
            </a:pPr>
            <a:r>
              <a:rPr lang="en-US" altLang="zh-CN" sz="1500" b="1" i="0" u="none" strike="noStrike" kern="1200" cap="none" spc="0" baseline="0">
                <a:solidFill>
                  <a:schemeClr val="tx2"/>
                </a:solidFill>
                <a:latin typeface="Gill Sans MT" pitchFamily="0" charset="0"/>
                <a:ea typeface="华文中宋" pitchFamily="0" charset="0"/>
                <a:cs typeface="Gill Sans MT" pitchFamily="0" charset="0"/>
              </a:rPr>
              <a:t>Hover Effect on Buttons – </a:t>
            </a:r>
            <a:r>
              <a:rPr lang="en-US" altLang="zh-CN" sz="1500" b="0" i="0" u="none" strike="noStrike" kern="1200" cap="none" spc="0" baseline="0">
                <a:solidFill>
                  <a:schemeClr val="tx2"/>
                </a:solidFill>
                <a:latin typeface="Gill Sans MT" pitchFamily="0" charset="0"/>
                <a:ea typeface="华文中宋" pitchFamily="0" charset="0"/>
                <a:cs typeface="Gill Sans MT" pitchFamily="0" charset="0"/>
              </a:rPr>
              <a:t>Resume download button styled with hover (.section – content ) with rounded corners and shadows for readability.</a:t>
            </a:r>
            <a:endParaRPr lang="en-US" altLang="zh-CN" sz="1500" b="0" i="0" u="none" strike="noStrike" kern="1200" cap="none" spc="0" baseline="0">
              <a:solidFill>
                <a:schemeClr val="tx2"/>
              </a:solidFill>
              <a:latin typeface="Gill Sans MT" pitchFamily="0" charset="0"/>
              <a:ea typeface="华文中宋" pitchFamily="0" charset="0"/>
              <a:cs typeface="Gill Sans MT" pitchFamily="0" charset="0"/>
            </a:endParaRPr>
          </a:p>
          <a:p>
            <a:pPr marL="342900" indent="-342900" algn="l" defTabSz="45720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Tx/>
              <a:buAutoNum type="arabicPeriod"/>
            </a:pPr>
            <a:r>
              <a:rPr lang="en-US" altLang="zh-CN" sz="1500" b="1" i="0" u="none" strike="noStrike" kern="1200" cap="none" spc="0" baseline="0">
                <a:solidFill>
                  <a:schemeClr val="tx2"/>
                </a:solidFill>
                <a:latin typeface="Gill Sans MT" pitchFamily="0" charset="0"/>
                <a:ea typeface="华文中宋" pitchFamily="0" charset="0"/>
                <a:cs typeface="Gill Sans MT" pitchFamily="0" charset="0"/>
              </a:rPr>
              <a:t>Navigation Bar – </a:t>
            </a:r>
            <a:r>
              <a:rPr lang="en-US" altLang="zh-CN" sz="1500" b="0" i="0" u="none" strike="noStrike" kern="1200" cap="none" spc="0" baseline="0">
                <a:solidFill>
                  <a:schemeClr val="tx2"/>
                </a:solidFill>
                <a:latin typeface="Gill Sans MT" pitchFamily="0" charset="0"/>
                <a:ea typeface="华文中宋" pitchFamily="0" charset="0"/>
                <a:cs typeface="Gill Sans MT" pitchFamily="0" charset="0"/>
              </a:rPr>
              <a:t>easy access to different sections of the portfolio. </a:t>
            </a:r>
            <a:endParaRPr lang="zh-CN" altLang="en-US" sz="1500" b="0" i="0" u="none" strike="noStrike" kern="1200" cap="none" spc="0" baseline="0">
              <a:solidFill>
                <a:schemeClr val="tx2"/>
              </a:solidFill>
              <a:latin typeface="Gill Sans MT" pitchFamily="0" charset="0"/>
              <a:ea typeface="华文中宋" pitchFamily="0" charset="0"/>
              <a:cs typeface="Gill Sans MT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8917521"/>
      </p:ext>
    </p:extLst>
  </p:cSld>
  <p:clrMapOvr>
    <a:masterClrMapping/>
  </p:clrMapOvr>
  <p:transition spd="slow">
    <p:strips dir="ru"/>
  </p:transition>
</p:sld>
</file>

<file path=ppt/slides/slide10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文本框"/>
          <p:cNvSpPr>
            <a:spLocks noGrp="1"/>
          </p:cNvSpPr>
          <p:nvPr>
            <p:ph type="title"/>
          </p:nvPr>
        </p:nvSpPr>
        <p:spPr>
          <a:xfrm rot="0">
            <a:off x="581193" y="729658"/>
            <a:ext cx="11029616" cy="98833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4400" b="0" i="0" u="none" strike="noStrike" kern="1200" cap="all" spc="0" baseline="0">
                <a:solidFill>
                  <a:schemeClr val="bg1"/>
                </a:solidFill>
                <a:latin typeface="Gill Sans MT" pitchFamily="0" charset="0"/>
                <a:ea typeface="华文中宋" pitchFamily="0" charset="0"/>
                <a:cs typeface="Lucida Sans"/>
              </a:rPr>
              <a:t>           𝚁𝙴𝚂𝚄𝙻𝚃𝚂 𝙰𝙽𝙳 𝚂𝙲𝚁𝙴𝙴𝙽𝚂𝙷𝙾𝚃𝚂</a:t>
            </a:r>
            <a:endParaRPr lang="zh-CN" altLang="en-US" sz="4400" b="0" i="0" u="none" strike="noStrike" kern="1200" cap="all" spc="0" baseline="0">
              <a:solidFill>
                <a:schemeClr val="bg1"/>
              </a:solidFill>
              <a:latin typeface="Gill Sans MT" pitchFamily="0" charset="0"/>
              <a:ea typeface="华文中宋" pitchFamily="0" charset="0"/>
              <a:cs typeface="Lucida Sans"/>
            </a:endParaRPr>
          </a:p>
        </p:txBody>
      </p:sp>
      <p:sp>
        <p:nvSpPr>
          <p:cNvPr id="60" name="文本框"/>
          <p:cNvSpPr>
            <a:spLocks noGrp="1"/>
          </p:cNvSpPr>
          <p:nvPr>
            <p:ph type="body" idx="1"/>
          </p:nvPr>
        </p:nvSpPr>
        <p:spPr>
          <a:xfrm rot="0">
            <a:off x="887218" y="2250892"/>
            <a:ext cx="5087074" cy="53600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None/>
            </a:pPr>
            <a:r>
              <a:rPr lang="en-US" altLang="zh-CN" sz="2200" b="0" i="0" u="none" strike="noStrike" kern="1200" cap="none" spc="0" baseline="0">
                <a:solidFill>
                  <a:schemeClr val="accent2"/>
                </a:solidFill>
                <a:latin typeface="Gill Sans MT" pitchFamily="0" charset="0"/>
                <a:ea typeface="华文中宋" pitchFamily="0" charset="0"/>
                <a:cs typeface="Lucida Sans"/>
              </a:rPr>
              <a:t>Results </a:t>
            </a:r>
            <a:endParaRPr lang="zh-CN" altLang="en-US" sz="2200" b="0" i="0" u="none" strike="noStrike" kern="1200" cap="none" spc="0" baseline="0">
              <a:solidFill>
                <a:schemeClr val="accent2"/>
              </a:solidFill>
              <a:latin typeface="Gill Sans MT" pitchFamily="0" charset="0"/>
              <a:ea typeface="华文中宋" pitchFamily="0" charset="0"/>
              <a:cs typeface="Lucida Sans"/>
            </a:endParaRPr>
          </a:p>
        </p:txBody>
      </p:sp>
      <p:sp>
        <p:nvSpPr>
          <p:cNvPr id="61" name="文本框"/>
          <p:cNvSpPr>
            <a:spLocks noGrp="1"/>
          </p:cNvSpPr>
          <p:nvPr>
            <p:ph type="body" idx="2"/>
          </p:nvPr>
        </p:nvSpPr>
        <p:spPr>
          <a:xfrm rot="0">
            <a:off x="581194" y="2926051"/>
            <a:ext cx="5393099" cy="293499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305943" indent="-305943" algn="l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itchFamily="18" charset="2"/>
              <a:buChar char=""/>
            </a:pPr>
            <a:r>
              <a:rPr lang="en-US" altLang="zh-CN" sz="1800" b="0" i="0" u="none" strike="noStrike" kern="1200" cap="none" spc="0" baseline="0">
                <a:solidFill>
                  <a:schemeClr val="tx2"/>
                </a:solidFill>
                <a:latin typeface="Gill Sans MT" pitchFamily="0" charset="0"/>
                <a:ea typeface="华文中宋" pitchFamily="0" charset="0"/>
                <a:cs typeface="Lucida Sans"/>
              </a:rPr>
              <a:t>The portfolio displace personal details, education, skills, and resume download option.</a:t>
            </a:r>
            <a:endParaRPr lang="en-US" altLang="zh-CN" sz="1800" b="0" i="0" u="none" strike="noStrike" kern="1200" cap="none" spc="0" baseline="0">
              <a:solidFill>
                <a:schemeClr val="tx2"/>
              </a:solidFill>
              <a:latin typeface="Gill Sans MT" pitchFamily="0" charset="0"/>
              <a:ea typeface="华文中宋" pitchFamily="0" charset="0"/>
              <a:cs typeface="Lucida Sans"/>
            </a:endParaRPr>
          </a:p>
          <a:p>
            <a:pPr marL="305943" indent="-305943" algn="l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itchFamily="18" charset="2"/>
              <a:buChar char=""/>
            </a:pPr>
            <a:r>
              <a:rPr lang="en-US" altLang="zh-CN" sz="1800" b="0" i="0" u="none" strike="noStrike" kern="1200" cap="none" spc="0" baseline="0">
                <a:solidFill>
                  <a:schemeClr val="tx2"/>
                </a:solidFill>
                <a:latin typeface="Gill Sans MT" pitchFamily="0" charset="0"/>
                <a:ea typeface="华文中宋" pitchFamily="0" charset="0"/>
                <a:cs typeface="Lucida Sans"/>
              </a:rPr>
              <a:t> the recent follows your </a:t>
            </a:r>
            <a:r>
              <a:rPr lang="en-US" altLang="zh-CN" sz="1800" b="1" i="0" u="none" strike="noStrike" kern="1200" cap="none" spc="0" baseline="0">
                <a:solidFill>
                  <a:schemeClr val="tx2"/>
                </a:solidFill>
                <a:latin typeface="Gill Sans MT" pitchFamily="0" charset="0"/>
                <a:ea typeface="华文中宋" pitchFamily="0" charset="0"/>
                <a:cs typeface="Lucida Sans"/>
              </a:rPr>
              <a:t>purple</a:t>
            </a:r>
            <a:r>
              <a:rPr lang="en-US" altLang="zh-CN" sz="1800" b="0" i="0" u="none" strike="noStrike" kern="1200" cap="none" spc="0" baseline="0">
                <a:solidFill>
                  <a:schemeClr val="tx2"/>
                </a:solidFill>
                <a:latin typeface="Gill Sans MT" pitchFamily="0" charset="0"/>
                <a:ea typeface="华文中宋" pitchFamily="0" charset="0"/>
                <a:cs typeface="Lucida Sans"/>
              </a:rPr>
              <a:t> </a:t>
            </a:r>
            <a:r>
              <a:rPr lang="en-US" altLang="zh-CN" sz="1800" b="1" i="0" u="none" strike="noStrike" kern="1200" cap="none" spc="0" baseline="0">
                <a:solidFill>
                  <a:schemeClr val="tx2"/>
                </a:solidFill>
                <a:latin typeface="Gill Sans MT" pitchFamily="0" charset="0"/>
                <a:ea typeface="华文中宋" pitchFamily="0" charset="0"/>
                <a:cs typeface="Lucida Sans"/>
              </a:rPr>
              <a:t>theme </a:t>
            </a:r>
            <a:r>
              <a:rPr lang="en-US" altLang="zh-CN" sz="1800" b="0" i="0" u="none" strike="noStrike" kern="1200" cap="none" spc="0" baseline="0">
                <a:solidFill>
                  <a:schemeClr val="tx2"/>
                </a:solidFill>
                <a:latin typeface="Gill Sans MT" pitchFamily="0" charset="0"/>
                <a:ea typeface="华文中宋" pitchFamily="0" charset="0"/>
                <a:cs typeface="Lucida Sans"/>
              </a:rPr>
              <a:t>with a clean, modern layout.</a:t>
            </a:r>
            <a:endParaRPr lang="en-US" altLang="zh-CN" sz="1800" b="0" i="0" u="none" strike="noStrike" kern="1200" cap="none" spc="0" baseline="0">
              <a:solidFill>
                <a:schemeClr val="tx2"/>
              </a:solidFill>
              <a:latin typeface="Gill Sans MT" pitchFamily="0" charset="0"/>
              <a:ea typeface="华文中宋" pitchFamily="0" charset="0"/>
              <a:cs typeface="Lucida Sans"/>
            </a:endParaRPr>
          </a:p>
          <a:p>
            <a:pPr marL="305943" indent="-305943" algn="l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itchFamily="18" charset="2"/>
              <a:buChar char=""/>
            </a:pPr>
            <a:r>
              <a:rPr lang="en-US" altLang="zh-CN" sz="1800" b="0" i="0" u="none" strike="noStrike" kern="1200" cap="none" spc="0" baseline="0">
                <a:solidFill>
                  <a:schemeClr val="tx2"/>
                </a:solidFill>
                <a:latin typeface="Gill Sans MT" pitchFamily="0" charset="0"/>
                <a:ea typeface="华文中宋" pitchFamily="0" charset="0"/>
                <a:cs typeface="Lucida Sans"/>
              </a:rPr>
              <a:t> smooth scrolling and over effects that implemented to improve </a:t>
            </a:r>
            <a:r>
              <a:rPr lang="en-US" altLang="zh-CN" sz="1800" b="0" i="0" u="none" strike="noStrike" kern="1200" cap="none" spc="0" baseline="0">
                <a:solidFill>
                  <a:schemeClr val="tx2"/>
                </a:solidFill>
                <a:latin typeface="Gill Sans MT" pitchFamily="0" charset="0"/>
                <a:ea typeface="华文中宋" pitchFamily="0" charset="0"/>
                <a:cs typeface="Lucida Sans"/>
              </a:rPr>
              <a:t>intractivity</a:t>
            </a:r>
            <a:r>
              <a:rPr lang="en-US" altLang="zh-CN" sz="1800" b="0" i="0" u="none" strike="noStrike" kern="1200" cap="none" spc="0" baseline="0">
                <a:solidFill>
                  <a:schemeClr val="tx2"/>
                </a:solidFill>
                <a:latin typeface="Gill Sans MT" pitchFamily="0" charset="0"/>
                <a:ea typeface="华文中宋" pitchFamily="0" charset="0"/>
                <a:cs typeface="Lucida Sans"/>
              </a:rPr>
              <a:t>.</a:t>
            </a:r>
            <a:endParaRPr lang="en-US" altLang="zh-CN" sz="1800" b="0" i="0" u="none" strike="noStrike" kern="1200" cap="none" spc="0" baseline="0">
              <a:solidFill>
                <a:schemeClr val="tx2"/>
              </a:solidFill>
              <a:latin typeface="Gill Sans MT" pitchFamily="0" charset="0"/>
              <a:ea typeface="华文中宋" pitchFamily="0" charset="0"/>
              <a:cs typeface="Lucida Sans"/>
            </a:endParaRPr>
          </a:p>
          <a:p>
            <a:pPr marL="305943" indent="-305943" algn="l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itchFamily="18" charset="2"/>
              <a:buChar char=""/>
            </a:pPr>
            <a:r>
              <a:rPr lang="en-US" altLang="zh-CN" sz="1800" b="0" i="0" u="none" strike="noStrike" kern="1200" cap="none" spc="0" baseline="0">
                <a:solidFill>
                  <a:schemeClr val="tx2"/>
                </a:solidFill>
                <a:latin typeface="Gill Sans MT" pitchFamily="0" charset="0"/>
                <a:ea typeface="华文中宋" pitchFamily="0" charset="0"/>
                <a:cs typeface="Lucida Sans"/>
              </a:rPr>
              <a:t> Thee final output is a user – friendly, responsive , and professional portfolio website that can be replace a static resume.</a:t>
            </a:r>
            <a:endParaRPr lang="zh-CN" altLang="en-US" sz="1800" b="0" i="0" u="none" strike="noStrike" kern="1200" cap="none" spc="0" baseline="0">
              <a:solidFill>
                <a:schemeClr val="tx2"/>
              </a:solidFill>
              <a:latin typeface="Gill Sans MT" pitchFamily="0" charset="0"/>
              <a:ea typeface="华文中宋" pitchFamily="0" charset="0"/>
              <a:cs typeface="Lucida Sans"/>
            </a:endParaRPr>
          </a:p>
        </p:txBody>
      </p:sp>
      <p:sp>
        <p:nvSpPr>
          <p:cNvPr id="62" name="文本框"/>
          <p:cNvSpPr>
            <a:spLocks noGrp="1"/>
          </p:cNvSpPr>
          <p:nvPr>
            <p:ph type="body" idx="3"/>
          </p:nvPr>
        </p:nvSpPr>
        <p:spPr>
          <a:xfrm rot="0">
            <a:off x="6523735" y="2250892"/>
            <a:ext cx="5087072" cy="55337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None/>
            </a:pPr>
            <a:r>
              <a:rPr lang="en-US" altLang="zh-CN" sz="2200" b="0" i="0" u="none" strike="noStrike" kern="1200" cap="none" spc="0" baseline="0">
                <a:solidFill>
                  <a:schemeClr val="accent2"/>
                </a:solidFill>
                <a:latin typeface="Gill Sans MT" pitchFamily="0" charset="0"/>
                <a:ea typeface="华文中宋" pitchFamily="0" charset="0"/>
                <a:cs typeface="Lucida Sans"/>
              </a:rPr>
              <a:t>Screenshot </a:t>
            </a:r>
            <a:endParaRPr lang="zh-CN" altLang="en-US" sz="2200" b="0" i="0" u="none" strike="noStrike" kern="1200" cap="none" spc="0" baseline="0">
              <a:solidFill>
                <a:schemeClr val="accent2"/>
              </a:solidFill>
              <a:latin typeface="Gill Sans MT" pitchFamily="0" charset="0"/>
              <a:ea typeface="华文中宋" pitchFamily="0" charset="0"/>
              <a:cs typeface="Lucida Sans"/>
            </a:endParaRPr>
          </a:p>
        </p:txBody>
      </p:sp>
      <p:pic>
        <p:nvPicPr>
          <p:cNvPr id="68" name="图片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 rot="0">
            <a:off x="6083847" y="2835508"/>
            <a:ext cx="2444531" cy="3443001"/>
          </a:xfrm>
          <a:prstGeom prst="rect"/>
          <a:noFill/>
          <a:ln w="12700" cmpd="sng" cap="flat">
            <a:noFill/>
            <a:prstDash val="solid"/>
            <a:miter/>
          </a:ln>
        </p:spPr>
      </p:pic>
      <p:pic>
        <p:nvPicPr>
          <p:cNvPr id="69" name="图片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rot="0">
            <a:off x="8643806" y="2696010"/>
            <a:ext cx="2705177" cy="3826951"/>
          </a:xfrm>
          <a:prstGeom prst="rect"/>
          <a:noFill/>
          <a:ln w="12700" cmpd="sng" cap="flat">
            <a:noFill/>
            <a:prstDash val="solid"/>
            <a:miter/>
          </a:ln>
        </p:spPr>
      </p:pic>
    </p:spTree>
    <p:extLst>
      <p:ext uri="{BB962C8B-B14F-4D97-AF65-F5344CB8AC3E}">
        <p14:creationId xmlns:p14="http://schemas.microsoft.com/office/powerpoint/2010/main" val="1156055953"/>
      </p:ext>
    </p:extLst>
  </p:cSld>
  <p:clrMapOvr>
    <a:masterClrMapping/>
  </p:clrMapOvr>
  <p:transition spd="slow">
    <p:strips dir="ru"/>
  </p:transition>
</p:sld>
</file>

<file path=ppt/slides/slide11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文本框"/>
          <p:cNvSpPr>
            <a:spLocks noGrp="1"/>
          </p:cNvSpPr>
          <p:nvPr>
            <p:ph type="title"/>
          </p:nvPr>
        </p:nvSpPr>
        <p:spPr>
          <a:xfrm rot="0">
            <a:off x="581192" y="702155"/>
            <a:ext cx="11029616" cy="101379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4400" b="0" i="0" u="none" strike="noStrike" kern="1200" cap="all" spc="0" baseline="0">
                <a:solidFill>
                  <a:schemeClr val="bg1"/>
                </a:solidFill>
                <a:latin typeface="Gill Sans MT" pitchFamily="0" charset="0"/>
                <a:ea typeface="华文中宋" pitchFamily="0" charset="0"/>
                <a:cs typeface="Lucida Sans"/>
              </a:rPr>
              <a:t>                          𝕮𝖔𝖓𝖈𝖑𝖚𝖘𝖎𝖔𝖓</a:t>
            </a:r>
            <a:endParaRPr lang="zh-CN" altLang="en-US" sz="4400" b="0" i="0" u="none" strike="noStrike" kern="1200" cap="all" spc="0" baseline="0">
              <a:solidFill>
                <a:schemeClr val="bg1"/>
              </a:solidFill>
              <a:latin typeface="Gill Sans MT" pitchFamily="0" charset="0"/>
              <a:ea typeface="华文中宋" pitchFamily="0" charset="0"/>
              <a:cs typeface="Lucida Sans"/>
            </a:endParaRPr>
          </a:p>
        </p:txBody>
      </p:sp>
      <p:sp>
        <p:nvSpPr>
          <p:cNvPr id="66" name="文本框"/>
          <p:cNvSpPr>
            <a:spLocks noGrp="1"/>
          </p:cNvSpPr>
          <p:nvPr>
            <p:ph type="body" idx="1"/>
          </p:nvPr>
        </p:nvSpPr>
        <p:spPr>
          <a:xfrm rot="0">
            <a:off x="784392" y="3310964"/>
            <a:ext cx="10379655" cy="172122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chemeClr val="tx2"/>
                </a:solidFill>
                <a:latin typeface="Gill Sans MT" pitchFamily="0" charset="0"/>
                <a:ea typeface="华文中宋" pitchFamily="0" charset="0"/>
                <a:cs typeface="Lucida Sans"/>
              </a:rPr>
              <a:t>The project “</a:t>
            </a:r>
            <a:r>
              <a:rPr lang="en-US" altLang="zh-CN" sz="1800" b="1" i="0" u="none" strike="noStrike" kern="1200" cap="none" spc="0" baseline="0">
                <a:solidFill>
                  <a:schemeClr val="tx2"/>
                </a:solidFill>
                <a:latin typeface="Gill Sans MT" pitchFamily="0" charset="0"/>
                <a:ea typeface="华文中宋" pitchFamily="0" charset="0"/>
                <a:cs typeface="Lucida Sans"/>
              </a:rPr>
              <a:t>Interactive Digital Portfolio using HTML, CSS &amp; JavaScript “</a:t>
            </a:r>
            <a:r>
              <a:rPr lang="en-US" altLang="zh-CN" sz="1800" b="0" i="0" u="none" strike="noStrike" kern="1200" cap="none" spc="0" baseline="0">
                <a:solidFill>
                  <a:schemeClr val="tx2"/>
                </a:solidFill>
                <a:latin typeface="Gill Sans MT" pitchFamily="0" charset="0"/>
                <a:ea typeface="华文中宋" pitchFamily="0" charset="0"/>
                <a:cs typeface="Lucida Sans"/>
              </a:rPr>
              <a:t>  successfully demonstrates how front-end  Web Technologies  can be used to create a dynamic and professional portfolio.</a:t>
            </a:r>
            <a:endParaRPr lang="en-US" altLang="zh-CN" sz="1800" b="0" i="0" u="none" strike="noStrike" kern="1200" cap="none" spc="0" baseline="0">
              <a:solidFill>
                <a:schemeClr val="tx2"/>
              </a:solidFill>
              <a:latin typeface="Gill Sans MT" pitchFamily="0" charset="0"/>
              <a:ea typeface="华文中宋" pitchFamily="0" charset="0"/>
              <a:cs typeface="Lucida Sans"/>
            </a:endParaRPr>
          </a:p>
          <a:p>
            <a:pPr marL="305943" indent="-305943" algn="l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itchFamily="18" charset="2"/>
              <a:buChar char=""/>
            </a:pPr>
            <a:r>
              <a:rPr lang="en-US" altLang="zh-CN" sz="1800" b="0" i="0" u="none" strike="noStrike" kern="1200" cap="none" spc="0" baseline="0">
                <a:solidFill>
                  <a:schemeClr val="tx2"/>
                </a:solidFill>
                <a:latin typeface="Gill Sans MT" pitchFamily="0" charset="0"/>
                <a:ea typeface="华文中宋" pitchFamily="0" charset="0"/>
                <a:cs typeface="Lucida Sans"/>
              </a:rPr>
              <a:t> it provides and </a:t>
            </a:r>
            <a:r>
              <a:rPr lang="en-US" altLang="zh-CN" sz="1800" b="1" i="0" u="none" strike="noStrike" kern="1200" cap="none" spc="0" baseline="0">
                <a:solidFill>
                  <a:schemeClr val="tx2"/>
                </a:solidFill>
                <a:latin typeface="Gill Sans MT" pitchFamily="0" charset="0"/>
                <a:ea typeface="华文中宋" pitchFamily="0" charset="0"/>
                <a:cs typeface="Lucida Sans"/>
              </a:rPr>
              <a:t>interactive alternate </a:t>
            </a:r>
            <a:r>
              <a:rPr lang="en-US" altLang="zh-CN" sz="1800" b="0" i="0" u="none" strike="noStrike" kern="1200" cap="none" spc="0" baseline="0">
                <a:solidFill>
                  <a:schemeClr val="tx2"/>
                </a:solidFill>
                <a:latin typeface="Gill Sans MT" pitchFamily="0" charset="0"/>
                <a:ea typeface="华文中宋" pitchFamily="0" charset="0"/>
                <a:cs typeface="Lucida Sans"/>
              </a:rPr>
              <a:t>to traditional resumes.</a:t>
            </a:r>
            <a:endParaRPr lang="en-US" altLang="zh-CN" sz="1800" b="0" i="0" u="none" strike="noStrike" kern="1200" cap="none" spc="0" baseline="0">
              <a:solidFill>
                <a:schemeClr val="tx2"/>
              </a:solidFill>
              <a:latin typeface="Gill Sans MT" pitchFamily="0" charset="0"/>
              <a:ea typeface="华文中宋" pitchFamily="0" charset="0"/>
              <a:cs typeface="Lucida Sans"/>
            </a:endParaRPr>
          </a:p>
          <a:p>
            <a:pPr marL="305943" indent="-305943" algn="l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itchFamily="18" charset="2"/>
              <a:buChar char=""/>
            </a:pPr>
            <a:r>
              <a:rPr lang="en-US" altLang="zh-CN" sz="1800" b="0" i="0" u="none" strike="noStrike" kern="1200" cap="none" spc="0" baseline="0">
                <a:solidFill>
                  <a:schemeClr val="tx2"/>
                </a:solidFill>
                <a:latin typeface="Gill Sans MT" pitchFamily="0" charset="0"/>
                <a:ea typeface="华文中宋" pitchFamily="0" charset="0"/>
                <a:cs typeface="Lucida Sans"/>
              </a:rPr>
              <a:t> the portfolio effectively highlights personal details, education , and resume download option in a User-friendly manner.</a:t>
            </a:r>
            <a:endParaRPr lang="en-US" altLang="zh-CN" sz="1800" b="0" i="0" u="none" strike="noStrike" kern="1200" cap="none" spc="0" baseline="0">
              <a:solidFill>
                <a:schemeClr val="tx2"/>
              </a:solidFill>
              <a:latin typeface="Gill Sans MT" pitchFamily="0" charset="0"/>
              <a:ea typeface="华文中宋" pitchFamily="0" charset="0"/>
              <a:cs typeface="Lucida Sans"/>
            </a:endParaRPr>
          </a:p>
          <a:p>
            <a:pPr marL="305943" indent="-305943" algn="l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itchFamily="18" charset="2"/>
              <a:buChar char=""/>
            </a:pPr>
            <a:r>
              <a:rPr lang="en-US" altLang="zh-CN" sz="1800" b="0" i="0" u="none" strike="noStrike" kern="1200" cap="none" spc="0" baseline="0">
                <a:solidFill>
                  <a:schemeClr val="tx2"/>
                </a:solidFill>
                <a:latin typeface="Gill Sans MT" pitchFamily="0" charset="0"/>
                <a:ea typeface="华文中宋" pitchFamily="0" charset="0"/>
                <a:cs typeface="Lucida Sans"/>
              </a:rPr>
              <a:t> the use of</a:t>
            </a:r>
            <a:r>
              <a:rPr lang="en-US" altLang="zh-CN" sz="1800" b="1" i="0" u="none" strike="noStrike" kern="1200" cap="none" spc="0" baseline="0">
                <a:solidFill>
                  <a:schemeClr val="tx2"/>
                </a:solidFill>
                <a:latin typeface="Gill Sans MT" pitchFamily="0" charset="0"/>
                <a:ea typeface="华文中宋" pitchFamily="0" charset="0"/>
                <a:cs typeface="Lucida Sans"/>
              </a:rPr>
              <a:t> HTML for structure, CSS styling, and JavaScript for interactivity</a:t>
            </a:r>
            <a:r>
              <a:rPr lang="en-US" altLang="zh-CN" sz="1800" b="0" i="0" u="none" strike="noStrike" kern="1200" cap="none" spc="0" baseline="0">
                <a:solidFill>
                  <a:schemeClr val="tx2"/>
                </a:solidFill>
                <a:latin typeface="Gill Sans MT" pitchFamily="0" charset="0"/>
                <a:ea typeface="华文中宋" pitchFamily="0" charset="0"/>
                <a:cs typeface="Lucida Sans"/>
              </a:rPr>
              <a:t> makes the project both technically sound and visually obtaining happily appealing.</a:t>
            </a:r>
            <a:endParaRPr lang="en-US" altLang="zh-CN" sz="1800" b="0" i="0" u="none" strike="noStrike" kern="1200" cap="none" spc="0" baseline="0">
              <a:solidFill>
                <a:schemeClr val="tx2"/>
              </a:solidFill>
              <a:latin typeface="Gill Sans MT" pitchFamily="0" charset="0"/>
              <a:ea typeface="华文中宋" pitchFamily="0" charset="0"/>
              <a:cs typeface="Lucida Sans"/>
            </a:endParaRPr>
          </a:p>
          <a:p>
            <a:pPr marL="305943" indent="-305943" algn="l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itchFamily="18" charset="2"/>
              <a:buChar char=""/>
            </a:pPr>
            <a:r>
              <a:rPr lang="en-US" altLang="zh-CN" sz="1800" b="0" i="0" u="none" strike="noStrike" kern="1200" cap="none" spc="0" baseline="0">
                <a:solidFill>
                  <a:schemeClr val="tx2"/>
                </a:solidFill>
                <a:latin typeface="Gill Sans MT" pitchFamily="0" charset="0"/>
                <a:ea typeface="华文中宋" pitchFamily="0" charset="0"/>
                <a:cs typeface="Lucida Sans"/>
              </a:rPr>
              <a:t> This project show cases the student’s</a:t>
            </a:r>
            <a:r>
              <a:rPr lang="en-US" altLang="zh-CN" sz="1800" b="1" i="0" u="none" strike="noStrike" kern="1200" cap="none" spc="0" baseline="0">
                <a:solidFill>
                  <a:schemeClr val="tx2"/>
                </a:solidFill>
                <a:latin typeface="Gill Sans MT" pitchFamily="0" charset="0"/>
                <a:ea typeface="华文中宋" pitchFamily="0" charset="0"/>
                <a:cs typeface="Lucida Sans"/>
              </a:rPr>
              <a:t>  creativity, technical knowledge, and presentation skills,</a:t>
            </a:r>
            <a:r>
              <a:rPr lang="en-US" altLang="zh-CN" sz="1800" b="0" i="0" u="none" strike="noStrike" kern="1200" cap="none" spc="0" baseline="0">
                <a:solidFill>
                  <a:schemeClr val="tx2"/>
                </a:solidFill>
                <a:latin typeface="Gill Sans MT" pitchFamily="0" charset="0"/>
                <a:ea typeface="华文中宋" pitchFamily="0" charset="0"/>
                <a:cs typeface="Lucida Sans"/>
              </a:rPr>
              <a:t> making it a valuable tool for academic and career opportunities.</a:t>
            </a:r>
            <a:endParaRPr lang="zh-CN" altLang="en-US" sz="1800" b="0" i="0" u="none" strike="noStrike" kern="1200" cap="none" spc="0" baseline="0">
              <a:solidFill>
                <a:schemeClr val="tx2"/>
              </a:solidFill>
              <a:latin typeface="Gill Sans MT" pitchFamily="0" charset="0"/>
              <a:ea typeface="华文中宋" pitchFamily="0" charset="0"/>
              <a:cs typeface="Lucida Sans"/>
            </a:endParaRPr>
          </a:p>
        </p:txBody>
      </p:sp>
    </p:spTree>
    <p:extLst>
      <p:ext uri="{BB962C8B-B14F-4D97-AF65-F5344CB8AC3E}">
        <p14:creationId xmlns:p14="http://schemas.microsoft.com/office/powerpoint/2010/main" val="556939662"/>
      </p:ext>
    </p:extLst>
  </p:cSld>
  <p:clrMapOvr>
    <a:masterClrMapping/>
  </p:clrMapOvr>
  <p:transition spd="slow">
    <p:strips dir="ru"/>
  </p:transition>
</p:sld>
</file>

<file path=ppt/theme/theme1.xml><?xml version="1.0" encoding="utf-8"?>
<a:theme xmlns:a="http://schemas.openxmlformats.org/drawingml/2006/main" name="Dividend">
  <a:themeElements>
    <a:clrScheme name="Dividend">
      <a:dk1>
        <a:srgbClr val="000000"/>
      </a:dk1>
      <a:lt1>
        <a:srgbClr val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Dividend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Dividend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</a:theme>
</file>

<file path=docProps/app.xml><?xml version="1.0" encoding="utf-8"?>
<Properties xmlns="http://schemas.openxmlformats.org/officeDocument/2006/extended-properties">
  <Template>Normal.eit</Template>
  <TotalTime>4</TotalTime>
  <Application>Yozo_Office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                DIGITAL   PORTFOLIO </dc:title>
  <dc:creator>rohinibalasundaram285@gmail.com</dc:creator>
  <cp:lastModifiedBy>root</cp:lastModifiedBy>
  <cp:revision>8</cp:revision>
  <dcterms:created xsi:type="dcterms:W3CDTF">2025-09-06T08:07:40Z</dcterms:created>
  <dcterms:modified xsi:type="dcterms:W3CDTF">2025-09-09T15:08:21Z</dcterms:modified>
</cp:coreProperties>
</file>